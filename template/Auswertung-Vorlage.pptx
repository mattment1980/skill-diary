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3" r:id="rId7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3240" y="90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8D218-D6CC-4D4F-8898-7D8F64E84BC7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DD287-CD73-4462-BA89-27791A35D8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6833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8D218-D6CC-4D4F-8898-7D8F64E84BC7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DD287-CD73-4462-BA89-27791A35D8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9942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8D218-D6CC-4D4F-8898-7D8F64E84BC7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DD287-CD73-4462-BA89-27791A35D8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0646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8D218-D6CC-4D4F-8898-7D8F64E84BC7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DD287-CD73-4462-BA89-27791A35D8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8682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8D218-D6CC-4D4F-8898-7D8F64E84BC7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DD287-CD73-4462-BA89-27791A35D8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5784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8D218-D6CC-4D4F-8898-7D8F64E84BC7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DD287-CD73-4462-BA89-27791A35D8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1864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8D218-D6CC-4D4F-8898-7D8F64E84BC7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DD287-CD73-4462-BA89-27791A35D8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4090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8D218-D6CC-4D4F-8898-7D8F64E84BC7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DD287-CD73-4462-BA89-27791A35D8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1399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8D218-D6CC-4D4F-8898-7D8F64E84BC7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DD287-CD73-4462-BA89-27791A35D8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6365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8D218-D6CC-4D4F-8898-7D8F64E84BC7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DD287-CD73-4462-BA89-27791A35D8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8247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8D218-D6CC-4D4F-8898-7D8F64E84BC7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DD287-CD73-4462-BA89-27791A35D8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72776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8D218-D6CC-4D4F-8898-7D8F64E84BC7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9DD287-CD73-4462-BA89-27791A35D8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306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08DE9-93B5-3338-CE6F-D49006702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feld 12">
            <a:extLst>
              <a:ext uri="{FF2B5EF4-FFF2-40B4-BE49-F238E27FC236}">
                <a16:creationId xmlns:a16="http://schemas.microsoft.com/office/drawing/2014/main" id="{11806D11-3D76-3E50-9C80-9976ED96E3F9}"/>
              </a:ext>
            </a:extLst>
          </p:cNvPr>
          <p:cNvSpPr txBox="1"/>
          <p:nvPr/>
        </p:nvSpPr>
        <p:spPr>
          <a:xfrm>
            <a:off x="287462" y="1724761"/>
            <a:ext cx="2948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o Brush" pitchFamily="2"/>
                <a:ea typeface="+mn-ea"/>
                <a:cs typeface="+mn-cs"/>
              </a:rPr>
              <a:t>Zeitraum:		{{ZEITRAUM}}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EEBDCCAF-0675-7462-168A-24F8890A9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245" b="15588"/>
          <a:stretch>
            <a:fillRect/>
          </a:stretch>
        </p:blipFill>
        <p:spPr>
          <a:xfrm>
            <a:off x="0" y="0"/>
            <a:ext cx="6858000" cy="1651379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BBF5A7DC-D6AA-6518-0EBD-6F5121124BA1}"/>
              </a:ext>
            </a:extLst>
          </p:cNvPr>
          <p:cNvSpPr txBox="1"/>
          <p:nvPr/>
        </p:nvSpPr>
        <p:spPr>
          <a:xfrm>
            <a:off x="3429000" y="1724761"/>
            <a:ext cx="22749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o Brush" pitchFamily="2"/>
                <a:ea typeface="+mn-ea"/>
                <a:cs typeface="+mn-cs"/>
              </a:rPr>
              <a:t>Spieler:	{{SPIELER}}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4057145-AABA-F3E3-4967-A56D496BEA32}"/>
              </a:ext>
            </a:extLst>
          </p:cNvPr>
          <p:cNvSpPr txBox="1"/>
          <p:nvPr/>
        </p:nvSpPr>
        <p:spPr>
          <a:xfrm>
            <a:off x="465261" y="2651872"/>
            <a:ext cx="15648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o Brush" pitchFamily="2"/>
                <a:ea typeface="+mn-ea"/>
                <a:cs typeface="+mn-cs"/>
              </a:rPr>
              <a:t>{{B1}}: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44162BC-431D-035A-823B-E7662B3F9F17}"/>
              </a:ext>
            </a:extLst>
          </p:cNvPr>
          <p:cNvSpPr txBox="1"/>
          <p:nvPr/>
        </p:nvSpPr>
        <p:spPr>
          <a:xfrm>
            <a:off x="465261" y="2994783"/>
            <a:ext cx="922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o Brush" pitchFamily="2"/>
                <a:ea typeface="+mn-ea"/>
                <a:cs typeface="+mn-cs"/>
              </a:rPr>
              <a:t>{{B2}}: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2723478-EF2F-B9EB-5F88-883F0A2E108F}"/>
              </a:ext>
            </a:extLst>
          </p:cNvPr>
          <p:cNvSpPr txBox="1"/>
          <p:nvPr/>
        </p:nvSpPr>
        <p:spPr>
          <a:xfrm>
            <a:off x="3619500" y="2651871"/>
            <a:ext cx="10759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o Brush" pitchFamily="2"/>
                <a:ea typeface="+mn-ea"/>
                <a:cs typeface="+mn-cs"/>
              </a:rPr>
              <a:t>{{B3}}: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E7EF552-173E-1A05-16DD-7200144023BC}"/>
              </a:ext>
            </a:extLst>
          </p:cNvPr>
          <p:cNvSpPr txBox="1"/>
          <p:nvPr/>
        </p:nvSpPr>
        <p:spPr>
          <a:xfrm>
            <a:off x="3619500" y="2994783"/>
            <a:ext cx="11240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o Brush" pitchFamily="2"/>
                <a:ea typeface="+mn-ea"/>
                <a:cs typeface="+mn-cs"/>
              </a:rPr>
              <a:t>{{B4}}: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395DD601-891B-7E8B-4835-AD31A4D27164}"/>
              </a:ext>
            </a:extLst>
          </p:cNvPr>
          <p:cNvSpPr/>
          <p:nvPr/>
        </p:nvSpPr>
        <p:spPr>
          <a:xfrm>
            <a:off x="317500" y="2311400"/>
            <a:ext cx="6227104" cy="1282700"/>
          </a:xfrm>
          <a:custGeom>
            <a:avLst/>
            <a:gdLst>
              <a:gd name="csX0" fmla="*/ 0 w 6227104"/>
              <a:gd name="csY0" fmla="*/ 213788 h 1282700"/>
              <a:gd name="csX1" fmla="*/ 213788 w 6227104"/>
              <a:gd name="csY1" fmla="*/ 0 h 1282700"/>
              <a:gd name="csX2" fmla="*/ 684194 w 6227104"/>
              <a:gd name="csY2" fmla="*/ 0 h 1282700"/>
              <a:gd name="csX3" fmla="*/ 1386581 w 6227104"/>
              <a:gd name="csY3" fmla="*/ 0 h 1282700"/>
              <a:gd name="csX4" fmla="*/ 1856988 w 6227104"/>
              <a:gd name="csY4" fmla="*/ 0 h 1282700"/>
              <a:gd name="csX5" fmla="*/ 2327394 w 6227104"/>
              <a:gd name="csY5" fmla="*/ 0 h 1282700"/>
              <a:gd name="csX6" fmla="*/ 2971786 w 6227104"/>
              <a:gd name="csY6" fmla="*/ 0 h 1282700"/>
              <a:gd name="csX7" fmla="*/ 3616178 w 6227104"/>
              <a:gd name="csY7" fmla="*/ 0 h 1282700"/>
              <a:gd name="csX8" fmla="*/ 4086584 w 6227104"/>
              <a:gd name="csY8" fmla="*/ 0 h 1282700"/>
              <a:gd name="csX9" fmla="*/ 4730976 w 6227104"/>
              <a:gd name="csY9" fmla="*/ 0 h 1282700"/>
              <a:gd name="csX10" fmla="*/ 5259377 w 6227104"/>
              <a:gd name="csY10" fmla="*/ 0 h 1282700"/>
              <a:gd name="csX11" fmla="*/ 6013316 w 6227104"/>
              <a:gd name="csY11" fmla="*/ 0 h 1282700"/>
              <a:gd name="csX12" fmla="*/ 6227104 w 6227104"/>
              <a:gd name="csY12" fmla="*/ 213788 h 1282700"/>
              <a:gd name="csX13" fmla="*/ 6227104 w 6227104"/>
              <a:gd name="csY13" fmla="*/ 649901 h 1282700"/>
              <a:gd name="csX14" fmla="*/ 6227104 w 6227104"/>
              <a:gd name="csY14" fmla="*/ 1068912 h 1282700"/>
              <a:gd name="csX15" fmla="*/ 6013316 w 6227104"/>
              <a:gd name="csY15" fmla="*/ 1282700 h 1282700"/>
              <a:gd name="csX16" fmla="*/ 5310929 w 6227104"/>
              <a:gd name="csY16" fmla="*/ 1282700 h 1282700"/>
              <a:gd name="csX17" fmla="*/ 4782527 w 6227104"/>
              <a:gd name="csY17" fmla="*/ 1282700 h 1282700"/>
              <a:gd name="csX18" fmla="*/ 4254126 w 6227104"/>
              <a:gd name="csY18" fmla="*/ 1282700 h 1282700"/>
              <a:gd name="csX19" fmla="*/ 3551739 w 6227104"/>
              <a:gd name="csY19" fmla="*/ 1282700 h 1282700"/>
              <a:gd name="csX20" fmla="*/ 2849351 w 6227104"/>
              <a:gd name="csY20" fmla="*/ 1282700 h 1282700"/>
              <a:gd name="csX21" fmla="*/ 2146964 w 6227104"/>
              <a:gd name="csY21" fmla="*/ 1282700 h 1282700"/>
              <a:gd name="csX22" fmla="*/ 1676558 w 6227104"/>
              <a:gd name="csY22" fmla="*/ 1282700 h 1282700"/>
              <a:gd name="csX23" fmla="*/ 1148156 w 6227104"/>
              <a:gd name="csY23" fmla="*/ 1282700 h 1282700"/>
              <a:gd name="csX24" fmla="*/ 213788 w 6227104"/>
              <a:gd name="csY24" fmla="*/ 1282700 h 1282700"/>
              <a:gd name="csX25" fmla="*/ 0 w 6227104"/>
              <a:gd name="csY25" fmla="*/ 1068912 h 1282700"/>
              <a:gd name="csX26" fmla="*/ 0 w 6227104"/>
              <a:gd name="csY26" fmla="*/ 658452 h 1282700"/>
              <a:gd name="csX27" fmla="*/ 0 w 6227104"/>
              <a:gd name="csY27" fmla="*/ 213788 h 1282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6227104" h="1282700" extrusionOk="0">
                <a:moveTo>
                  <a:pt x="0" y="213788"/>
                </a:moveTo>
                <a:cubicBezTo>
                  <a:pt x="-16050" y="119853"/>
                  <a:pt x="108481" y="-10724"/>
                  <a:pt x="213788" y="0"/>
                </a:cubicBezTo>
                <a:cubicBezTo>
                  <a:pt x="356598" y="-12737"/>
                  <a:pt x="555178" y="14918"/>
                  <a:pt x="684194" y="0"/>
                </a:cubicBezTo>
                <a:cubicBezTo>
                  <a:pt x="813210" y="-14918"/>
                  <a:pt x="1094453" y="-8684"/>
                  <a:pt x="1386581" y="0"/>
                </a:cubicBezTo>
                <a:cubicBezTo>
                  <a:pt x="1678709" y="8684"/>
                  <a:pt x="1695591" y="-14994"/>
                  <a:pt x="1856988" y="0"/>
                </a:cubicBezTo>
                <a:cubicBezTo>
                  <a:pt x="2018385" y="14994"/>
                  <a:pt x="2103318" y="-5509"/>
                  <a:pt x="2327394" y="0"/>
                </a:cubicBezTo>
                <a:cubicBezTo>
                  <a:pt x="2551470" y="5509"/>
                  <a:pt x="2795479" y="3311"/>
                  <a:pt x="2971786" y="0"/>
                </a:cubicBezTo>
                <a:cubicBezTo>
                  <a:pt x="3148093" y="-3311"/>
                  <a:pt x="3446895" y="-14711"/>
                  <a:pt x="3616178" y="0"/>
                </a:cubicBezTo>
                <a:cubicBezTo>
                  <a:pt x="3785461" y="14711"/>
                  <a:pt x="3956747" y="-10834"/>
                  <a:pt x="4086584" y="0"/>
                </a:cubicBezTo>
                <a:cubicBezTo>
                  <a:pt x="4216421" y="10834"/>
                  <a:pt x="4588778" y="6719"/>
                  <a:pt x="4730976" y="0"/>
                </a:cubicBezTo>
                <a:cubicBezTo>
                  <a:pt x="4873174" y="-6719"/>
                  <a:pt x="5115412" y="12723"/>
                  <a:pt x="5259377" y="0"/>
                </a:cubicBezTo>
                <a:cubicBezTo>
                  <a:pt x="5403342" y="-12723"/>
                  <a:pt x="5721831" y="-19954"/>
                  <a:pt x="6013316" y="0"/>
                </a:cubicBezTo>
                <a:cubicBezTo>
                  <a:pt x="6134769" y="-1464"/>
                  <a:pt x="6229810" y="99376"/>
                  <a:pt x="6227104" y="213788"/>
                </a:cubicBezTo>
                <a:cubicBezTo>
                  <a:pt x="6209404" y="301537"/>
                  <a:pt x="6207826" y="477619"/>
                  <a:pt x="6227104" y="649901"/>
                </a:cubicBezTo>
                <a:cubicBezTo>
                  <a:pt x="6246382" y="822183"/>
                  <a:pt x="6232699" y="955210"/>
                  <a:pt x="6227104" y="1068912"/>
                </a:cubicBezTo>
                <a:cubicBezTo>
                  <a:pt x="6234308" y="1208891"/>
                  <a:pt x="6131664" y="1277746"/>
                  <a:pt x="6013316" y="1282700"/>
                </a:cubicBezTo>
                <a:cubicBezTo>
                  <a:pt x="5669586" y="1309281"/>
                  <a:pt x="5612380" y="1286907"/>
                  <a:pt x="5310929" y="1282700"/>
                </a:cubicBezTo>
                <a:cubicBezTo>
                  <a:pt x="5009478" y="1278493"/>
                  <a:pt x="5016331" y="1297755"/>
                  <a:pt x="4782527" y="1282700"/>
                </a:cubicBezTo>
                <a:cubicBezTo>
                  <a:pt x="4548723" y="1267645"/>
                  <a:pt x="4430412" y="1276895"/>
                  <a:pt x="4254126" y="1282700"/>
                </a:cubicBezTo>
                <a:cubicBezTo>
                  <a:pt x="4077840" y="1288505"/>
                  <a:pt x="3787126" y="1293254"/>
                  <a:pt x="3551739" y="1282700"/>
                </a:cubicBezTo>
                <a:cubicBezTo>
                  <a:pt x="3316352" y="1272146"/>
                  <a:pt x="3162673" y="1264469"/>
                  <a:pt x="2849351" y="1282700"/>
                </a:cubicBezTo>
                <a:cubicBezTo>
                  <a:pt x="2536029" y="1300931"/>
                  <a:pt x="2468435" y="1308824"/>
                  <a:pt x="2146964" y="1282700"/>
                </a:cubicBezTo>
                <a:cubicBezTo>
                  <a:pt x="1825493" y="1256576"/>
                  <a:pt x="1817780" y="1260773"/>
                  <a:pt x="1676558" y="1282700"/>
                </a:cubicBezTo>
                <a:cubicBezTo>
                  <a:pt x="1535336" y="1304627"/>
                  <a:pt x="1257428" y="1294124"/>
                  <a:pt x="1148156" y="1282700"/>
                </a:cubicBezTo>
                <a:cubicBezTo>
                  <a:pt x="1038884" y="1271276"/>
                  <a:pt x="454244" y="1260946"/>
                  <a:pt x="213788" y="1282700"/>
                </a:cubicBezTo>
                <a:cubicBezTo>
                  <a:pt x="72701" y="1273898"/>
                  <a:pt x="2336" y="1191563"/>
                  <a:pt x="0" y="1068912"/>
                </a:cubicBezTo>
                <a:cubicBezTo>
                  <a:pt x="-5429" y="969741"/>
                  <a:pt x="2338" y="784686"/>
                  <a:pt x="0" y="658452"/>
                </a:cubicBezTo>
                <a:cubicBezTo>
                  <a:pt x="-2338" y="532218"/>
                  <a:pt x="19778" y="422843"/>
                  <a:pt x="0" y="213788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913910773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49E777E2-F582-21BD-83C0-DD4C00DD6B53}"/>
              </a:ext>
            </a:extLst>
          </p:cNvPr>
          <p:cNvSpPr txBox="1"/>
          <p:nvPr/>
        </p:nvSpPr>
        <p:spPr bwMode="white">
          <a:xfrm>
            <a:off x="744593" y="2157511"/>
            <a:ext cx="182293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o Brush" pitchFamily="2"/>
                <a:ea typeface="+mn-ea"/>
                <a:cs typeface="+mn-cs"/>
              </a:rPr>
              <a:t>Entwicklungsfelder:</a:t>
            </a:r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CCB8FFDE-74B7-C6B3-47DC-5C87D8D1C147}"/>
              </a:ext>
            </a:extLst>
          </p:cNvPr>
          <p:cNvSpPr/>
          <p:nvPr/>
        </p:nvSpPr>
        <p:spPr>
          <a:xfrm>
            <a:off x="317499" y="3860858"/>
            <a:ext cx="6227105" cy="1536641"/>
          </a:xfrm>
          <a:custGeom>
            <a:avLst/>
            <a:gdLst>
              <a:gd name="csX0" fmla="*/ 0 w 6227105"/>
              <a:gd name="csY0" fmla="*/ 256112 h 1536641"/>
              <a:gd name="csX1" fmla="*/ 256112 w 6227105"/>
              <a:gd name="csY1" fmla="*/ 0 h 1536641"/>
              <a:gd name="csX2" fmla="*/ 719652 w 6227105"/>
              <a:gd name="csY2" fmla="*/ 0 h 1536641"/>
              <a:gd name="csX3" fmla="*/ 1411788 w 6227105"/>
              <a:gd name="csY3" fmla="*/ 0 h 1536641"/>
              <a:gd name="csX4" fmla="*/ 1875328 w 6227105"/>
              <a:gd name="csY4" fmla="*/ 0 h 1536641"/>
              <a:gd name="csX5" fmla="*/ 2338869 w 6227105"/>
              <a:gd name="csY5" fmla="*/ 0 h 1536641"/>
              <a:gd name="csX6" fmla="*/ 2973855 w 6227105"/>
              <a:gd name="csY6" fmla="*/ 0 h 1536641"/>
              <a:gd name="csX7" fmla="*/ 3608842 w 6227105"/>
              <a:gd name="csY7" fmla="*/ 0 h 1536641"/>
              <a:gd name="csX8" fmla="*/ 4072383 w 6227105"/>
              <a:gd name="csY8" fmla="*/ 0 h 1536641"/>
              <a:gd name="csX9" fmla="*/ 4707369 w 6227105"/>
              <a:gd name="csY9" fmla="*/ 0 h 1536641"/>
              <a:gd name="csX10" fmla="*/ 5228058 w 6227105"/>
              <a:gd name="csY10" fmla="*/ 0 h 1536641"/>
              <a:gd name="csX11" fmla="*/ 5970993 w 6227105"/>
              <a:gd name="csY11" fmla="*/ 0 h 1536641"/>
              <a:gd name="csX12" fmla="*/ 6227105 w 6227105"/>
              <a:gd name="csY12" fmla="*/ 256112 h 1536641"/>
              <a:gd name="csX13" fmla="*/ 6227105 w 6227105"/>
              <a:gd name="csY13" fmla="*/ 778565 h 1536641"/>
              <a:gd name="csX14" fmla="*/ 6227105 w 6227105"/>
              <a:gd name="csY14" fmla="*/ 1280529 h 1536641"/>
              <a:gd name="csX15" fmla="*/ 5970993 w 6227105"/>
              <a:gd name="csY15" fmla="*/ 1536641 h 1536641"/>
              <a:gd name="csX16" fmla="*/ 5278857 w 6227105"/>
              <a:gd name="csY16" fmla="*/ 1536641 h 1536641"/>
              <a:gd name="csX17" fmla="*/ 4758168 w 6227105"/>
              <a:gd name="csY17" fmla="*/ 1536641 h 1536641"/>
              <a:gd name="csX18" fmla="*/ 4237479 w 6227105"/>
              <a:gd name="csY18" fmla="*/ 1536641 h 1536641"/>
              <a:gd name="csX19" fmla="*/ 3545344 w 6227105"/>
              <a:gd name="csY19" fmla="*/ 1536641 h 1536641"/>
              <a:gd name="csX20" fmla="*/ 2853208 w 6227105"/>
              <a:gd name="csY20" fmla="*/ 1536641 h 1536641"/>
              <a:gd name="csX21" fmla="*/ 2161072 w 6227105"/>
              <a:gd name="csY21" fmla="*/ 1536641 h 1536641"/>
              <a:gd name="csX22" fmla="*/ 1697532 w 6227105"/>
              <a:gd name="csY22" fmla="*/ 1536641 h 1536641"/>
              <a:gd name="csX23" fmla="*/ 1176843 w 6227105"/>
              <a:gd name="csY23" fmla="*/ 1536641 h 1536641"/>
              <a:gd name="csX24" fmla="*/ 256112 w 6227105"/>
              <a:gd name="csY24" fmla="*/ 1536641 h 1536641"/>
              <a:gd name="csX25" fmla="*/ 0 w 6227105"/>
              <a:gd name="csY25" fmla="*/ 1280529 h 1536641"/>
              <a:gd name="csX26" fmla="*/ 0 w 6227105"/>
              <a:gd name="csY26" fmla="*/ 788809 h 1536641"/>
              <a:gd name="csX27" fmla="*/ 0 w 6227105"/>
              <a:gd name="csY27" fmla="*/ 256112 h 15366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6227105" h="1536641" extrusionOk="0">
                <a:moveTo>
                  <a:pt x="0" y="256112"/>
                </a:moveTo>
                <a:cubicBezTo>
                  <a:pt x="-12785" y="133892"/>
                  <a:pt x="125757" y="-9319"/>
                  <a:pt x="256112" y="0"/>
                </a:cubicBezTo>
                <a:cubicBezTo>
                  <a:pt x="484812" y="-11903"/>
                  <a:pt x="596546" y="-5152"/>
                  <a:pt x="719652" y="0"/>
                </a:cubicBezTo>
                <a:cubicBezTo>
                  <a:pt x="842758" y="5152"/>
                  <a:pt x="1242540" y="22384"/>
                  <a:pt x="1411788" y="0"/>
                </a:cubicBezTo>
                <a:cubicBezTo>
                  <a:pt x="1581036" y="-22384"/>
                  <a:pt x="1652663" y="13084"/>
                  <a:pt x="1875328" y="0"/>
                </a:cubicBezTo>
                <a:cubicBezTo>
                  <a:pt x="2097993" y="-13084"/>
                  <a:pt x="2142698" y="-18160"/>
                  <a:pt x="2338869" y="0"/>
                </a:cubicBezTo>
                <a:cubicBezTo>
                  <a:pt x="2535040" y="18160"/>
                  <a:pt x="2711417" y="-6639"/>
                  <a:pt x="2973855" y="0"/>
                </a:cubicBezTo>
                <a:cubicBezTo>
                  <a:pt x="3236293" y="6639"/>
                  <a:pt x="3409045" y="8987"/>
                  <a:pt x="3608842" y="0"/>
                </a:cubicBezTo>
                <a:cubicBezTo>
                  <a:pt x="3808639" y="-8987"/>
                  <a:pt x="3976357" y="12811"/>
                  <a:pt x="4072383" y="0"/>
                </a:cubicBezTo>
                <a:cubicBezTo>
                  <a:pt x="4168409" y="-12811"/>
                  <a:pt x="4504759" y="-17042"/>
                  <a:pt x="4707369" y="0"/>
                </a:cubicBezTo>
                <a:cubicBezTo>
                  <a:pt x="4909979" y="17042"/>
                  <a:pt x="5071373" y="-20330"/>
                  <a:pt x="5228058" y="0"/>
                </a:cubicBezTo>
                <a:cubicBezTo>
                  <a:pt x="5384743" y="20330"/>
                  <a:pt x="5633510" y="-26200"/>
                  <a:pt x="5970993" y="0"/>
                </a:cubicBezTo>
                <a:cubicBezTo>
                  <a:pt x="6131051" y="-8061"/>
                  <a:pt x="6247866" y="142751"/>
                  <a:pt x="6227105" y="256112"/>
                </a:cubicBezTo>
                <a:cubicBezTo>
                  <a:pt x="6236038" y="423991"/>
                  <a:pt x="6216304" y="525669"/>
                  <a:pt x="6227105" y="778565"/>
                </a:cubicBezTo>
                <a:cubicBezTo>
                  <a:pt x="6237906" y="1031461"/>
                  <a:pt x="6204498" y="1141863"/>
                  <a:pt x="6227105" y="1280529"/>
                </a:cubicBezTo>
                <a:cubicBezTo>
                  <a:pt x="6228982" y="1427683"/>
                  <a:pt x="6112954" y="1527397"/>
                  <a:pt x="5970993" y="1536641"/>
                </a:cubicBezTo>
                <a:cubicBezTo>
                  <a:pt x="5637107" y="1516880"/>
                  <a:pt x="5600612" y="1539810"/>
                  <a:pt x="5278857" y="1536641"/>
                </a:cubicBezTo>
                <a:cubicBezTo>
                  <a:pt x="4957102" y="1533472"/>
                  <a:pt x="5010965" y="1545057"/>
                  <a:pt x="4758168" y="1536641"/>
                </a:cubicBezTo>
                <a:cubicBezTo>
                  <a:pt x="4505371" y="1528225"/>
                  <a:pt x="4397004" y="1515189"/>
                  <a:pt x="4237479" y="1536641"/>
                </a:cubicBezTo>
                <a:cubicBezTo>
                  <a:pt x="4077954" y="1558093"/>
                  <a:pt x="3864920" y="1528728"/>
                  <a:pt x="3545344" y="1536641"/>
                </a:cubicBezTo>
                <a:cubicBezTo>
                  <a:pt x="3225769" y="1544554"/>
                  <a:pt x="3131738" y="1529030"/>
                  <a:pt x="2853208" y="1536641"/>
                </a:cubicBezTo>
                <a:cubicBezTo>
                  <a:pt x="2574678" y="1544252"/>
                  <a:pt x="2502176" y="1514338"/>
                  <a:pt x="2161072" y="1536641"/>
                </a:cubicBezTo>
                <a:cubicBezTo>
                  <a:pt x="1819968" y="1558944"/>
                  <a:pt x="1809024" y="1545162"/>
                  <a:pt x="1697532" y="1536641"/>
                </a:cubicBezTo>
                <a:cubicBezTo>
                  <a:pt x="1586040" y="1528120"/>
                  <a:pt x="1335519" y="1558530"/>
                  <a:pt x="1176843" y="1536641"/>
                </a:cubicBezTo>
                <a:cubicBezTo>
                  <a:pt x="1018167" y="1514752"/>
                  <a:pt x="573718" y="1510908"/>
                  <a:pt x="256112" y="1536641"/>
                </a:cubicBezTo>
                <a:cubicBezTo>
                  <a:pt x="108316" y="1534213"/>
                  <a:pt x="3953" y="1429724"/>
                  <a:pt x="0" y="1280529"/>
                </a:cubicBezTo>
                <a:cubicBezTo>
                  <a:pt x="13240" y="1071706"/>
                  <a:pt x="-12769" y="912768"/>
                  <a:pt x="0" y="788809"/>
                </a:cubicBezTo>
                <a:cubicBezTo>
                  <a:pt x="12769" y="664850"/>
                  <a:pt x="20356" y="366433"/>
                  <a:pt x="0" y="256112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913910773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523A281C-1681-B0C2-885A-B7BBE41DA44A}"/>
              </a:ext>
            </a:extLst>
          </p:cNvPr>
          <p:cNvSpPr txBox="1"/>
          <p:nvPr/>
        </p:nvSpPr>
        <p:spPr bwMode="white">
          <a:xfrm>
            <a:off x="744593" y="3706970"/>
            <a:ext cx="292259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o Brush" pitchFamily="2"/>
                <a:ea typeface="+mn-ea"/>
                <a:cs typeface="+mn-cs"/>
              </a:rPr>
              <a:t>Einschätzung vom Trainerteam: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A9299973-3774-5D07-8022-D9634224C11C}"/>
              </a:ext>
            </a:extLst>
          </p:cNvPr>
          <p:cNvSpPr txBox="1"/>
          <p:nvPr/>
        </p:nvSpPr>
        <p:spPr bwMode="white">
          <a:xfrm>
            <a:off x="592193" y="4075328"/>
            <a:ext cx="5553130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o Brush" pitchFamily="2"/>
                <a:ea typeface="+mn-ea"/>
                <a:cs typeface="+mn-cs"/>
              </a:rPr>
              <a:t>{{EINSCHAETZUNG}}</a:t>
            </a:r>
          </a:p>
        </p:txBody>
      </p:sp>
      <p:sp>
        <p:nvSpPr>
          <p:cNvPr id="56" name="Rechteck: abgerundete Ecken 55">
            <a:extLst>
              <a:ext uri="{FF2B5EF4-FFF2-40B4-BE49-F238E27FC236}">
                <a16:creationId xmlns:a16="http://schemas.microsoft.com/office/drawing/2014/main" id="{558A710A-4CE9-F5BD-AB49-06F2E3A962DB}"/>
              </a:ext>
            </a:extLst>
          </p:cNvPr>
          <p:cNvSpPr/>
          <p:nvPr/>
        </p:nvSpPr>
        <p:spPr>
          <a:xfrm>
            <a:off x="287462" y="5672642"/>
            <a:ext cx="3052638" cy="2239458"/>
          </a:xfrm>
          <a:custGeom>
            <a:avLst/>
            <a:gdLst>
              <a:gd name="csX0" fmla="*/ 0 w 3052638"/>
              <a:gd name="csY0" fmla="*/ 280089 h 2239458"/>
              <a:gd name="csX1" fmla="*/ 280089 w 3052638"/>
              <a:gd name="csY1" fmla="*/ 0 h 2239458"/>
              <a:gd name="csX2" fmla="*/ 828430 w 3052638"/>
              <a:gd name="csY2" fmla="*/ 0 h 2239458"/>
              <a:gd name="csX3" fmla="*/ 1476470 w 3052638"/>
              <a:gd name="csY3" fmla="*/ 0 h 2239458"/>
              <a:gd name="csX4" fmla="*/ 2024811 w 3052638"/>
              <a:gd name="csY4" fmla="*/ 0 h 2239458"/>
              <a:gd name="csX5" fmla="*/ 2772549 w 3052638"/>
              <a:gd name="csY5" fmla="*/ 0 h 2239458"/>
              <a:gd name="csX6" fmla="*/ 3052638 w 3052638"/>
              <a:gd name="csY6" fmla="*/ 280089 h 2239458"/>
              <a:gd name="csX7" fmla="*/ 3052638 w 3052638"/>
              <a:gd name="csY7" fmla="*/ 856642 h 2239458"/>
              <a:gd name="csX8" fmla="*/ 3052638 w 3052638"/>
              <a:gd name="csY8" fmla="*/ 1416402 h 2239458"/>
              <a:gd name="csX9" fmla="*/ 3052638 w 3052638"/>
              <a:gd name="csY9" fmla="*/ 1959369 h 2239458"/>
              <a:gd name="csX10" fmla="*/ 2772549 w 3052638"/>
              <a:gd name="csY10" fmla="*/ 2239458 h 2239458"/>
              <a:gd name="csX11" fmla="*/ 2174359 w 3052638"/>
              <a:gd name="csY11" fmla="*/ 2239458 h 2239458"/>
              <a:gd name="csX12" fmla="*/ 1551244 w 3052638"/>
              <a:gd name="csY12" fmla="*/ 2239458 h 2239458"/>
              <a:gd name="csX13" fmla="*/ 878279 w 3052638"/>
              <a:gd name="csY13" fmla="*/ 2239458 h 2239458"/>
              <a:gd name="csX14" fmla="*/ 280089 w 3052638"/>
              <a:gd name="csY14" fmla="*/ 2239458 h 2239458"/>
              <a:gd name="csX15" fmla="*/ 0 w 3052638"/>
              <a:gd name="csY15" fmla="*/ 1959369 h 2239458"/>
              <a:gd name="csX16" fmla="*/ 0 w 3052638"/>
              <a:gd name="csY16" fmla="*/ 1399609 h 2239458"/>
              <a:gd name="csX17" fmla="*/ 0 w 3052638"/>
              <a:gd name="csY17" fmla="*/ 873435 h 2239458"/>
              <a:gd name="csX18" fmla="*/ 0 w 3052638"/>
              <a:gd name="csY18" fmla="*/ 280089 h 22394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052638" h="2239458" extrusionOk="0">
                <a:moveTo>
                  <a:pt x="0" y="280089"/>
                </a:moveTo>
                <a:cubicBezTo>
                  <a:pt x="-12743" y="144563"/>
                  <a:pt x="142020" y="-13963"/>
                  <a:pt x="280089" y="0"/>
                </a:cubicBezTo>
                <a:cubicBezTo>
                  <a:pt x="466129" y="511"/>
                  <a:pt x="645757" y="813"/>
                  <a:pt x="828430" y="0"/>
                </a:cubicBezTo>
                <a:cubicBezTo>
                  <a:pt x="1011103" y="-813"/>
                  <a:pt x="1200033" y="-7752"/>
                  <a:pt x="1476470" y="0"/>
                </a:cubicBezTo>
                <a:cubicBezTo>
                  <a:pt x="1752907" y="7752"/>
                  <a:pt x="1804108" y="20437"/>
                  <a:pt x="2024811" y="0"/>
                </a:cubicBezTo>
                <a:cubicBezTo>
                  <a:pt x="2245514" y="-20437"/>
                  <a:pt x="2587738" y="-9188"/>
                  <a:pt x="2772549" y="0"/>
                </a:cubicBezTo>
                <a:cubicBezTo>
                  <a:pt x="2919026" y="18363"/>
                  <a:pt x="3022363" y="101492"/>
                  <a:pt x="3052638" y="280089"/>
                </a:cubicBezTo>
                <a:cubicBezTo>
                  <a:pt x="3078052" y="544850"/>
                  <a:pt x="3064600" y="690112"/>
                  <a:pt x="3052638" y="856642"/>
                </a:cubicBezTo>
                <a:cubicBezTo>
                  <a:pt x="3040676" y="1023172"/>
                  <a:pt x="3070065" y="1204471"/>
                  <a:pt x="3052638" y="1416402"/>
                </a:cubicBezTo>
                <a:cubicBezTo>
                  <a:pt x="3035211" y="1628333"/>
                  <a:pt x="3041328" y="1726832"/>
                  <a:pt x="3052638" y="1959369"/>
                </a:cubicBezTo>
                <a:cubicBezTo>
                  <a:pt x="3050959" y="2121506"/>
                  <a:pt x="2960142" y="2231312"/>
                  <a:pt x="2772549" y="2239458"/>
                </a:cubicBezTo>
                <a:cubicBezTo>
                  <a:pt x="2524093" y="2256027"/>
                  <a:pt x="2351082" y="2250868"/>
                  <a:pt x="2174359" y="2239458"/>
                </a:cubicBezTo>
                <a:cubicBezTo>
                  <a:pt x="1997636" y="2228049"/>
                  <a:pt x="1785023" y="2215889"/>
                  <a:pt x="1551244" y="2239458"/>
                </a:cubicBezTo>
                <a:cubicBezTo>
                  <a:pt x="1317465" y="2263027"/>
                  <a:pt x="1095734" y="2237625"/>
                  <a:pt x="878279" y="2239458"/>
                </a:cubicBezTo>
                <a:cubicBezTo>
                  <a:pt x="660825" y="2241291"/>
                  <a:pt x="507151" y="2253402"/>
                  <a:pt x="280089" y="2239458"/>
                </a:cubicBezTo>
                <a:cubicBezTo>
                  <a:pt x="145924" y="2252712"/>
                  <a:pt x="-16344" y="2092509"/>
                  <a:pt x="0" y="1959369"/>
                </a:cubicBezTo>
                <a:cubicBezTo>
                  <a:pt x="20453" y="1797170"/>
                  <a:pt x="-17669" y="1620872"/>
                  <a:pt x="0" y="1399609"/>
                </a:cubicBezTo>
                <a:cubicBezTo>
                  <a:pt x="17669" y="1178346"/>
                  <a:pt x="-10451" y="997473"/>
                  <a:pt x="0" y="873435"/>
                </a:cubicBezTo>
                <a:cubicBezTo>
                  <a:pt x="10451" y="749397"/>
                  <a:pt x="11607" y="511974"/>
                  <a:pt x="0" y="280089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913910773">
                  <a:prstGeom prst="roundRect">
                    <a:avLst>
                      <a:gd name="adj" fmla="val 12507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5190D713-6B15-E06C-70E7-4C13A05523F1}"/>
              </a:ext>
            </a:extLst>
          </p:cNvPr>
          <p:cNvSpPr txBox="1"/>
          <p:nvPr/>
        </p:nvSpPr>
        <p:spPr bwMode="white">
          <a:xfrm>
            <a:off x="744593" y="5518754"/>
            <a:ext cx="164820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o Brush" pitchFamily="2"/>
                <a:ea typeface="+mn-ea"/>
                <a:cs typeface="+mn-cs"/>
              </a:rPr>
              <a:t>Größte Stärken: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D3C2A648-5DED-7DC8-B0A4-052E126213A2}"/>
              </a:ext>
            </a:extLst>
          </p:cNvPr>
          <p:cNvSpPr txBox="1"/>
          <p:nvPr/>
        </p:nvSpPr>
        <p:spPr bwMode="white">
          <a:xfrm>
            <a:off x="562155" y="5890132"/>
            <a:ext cx="2635223" cy="180049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o Brush" pitchFamily="2"/>
                <a:ea typeface="+mn-ea"/>
                <a:cs typeface="+mn-cs"/>
              </a:rPr>
              <a:t>{{SUPER}}</a:t>
            </a:r>
          </a:p>
        </p:txBody>
      </p:sp>
      <p:sp>
        <p:nvSpPr>
          <p:cNvPr id="63" name="Rechteck: abgerundete Ecken 62">
            <a:extLst>
              <a:ext uri="{FF2B5EF4-FFF2-40B4-BE49-F238E27FC236}">
                <a16:creationId xmlns:a16="http://schemas.microsoft.com/office/drawing/2014/main" id="{7440DB5E-A1B8-E056-009F-AA0D181AE0F8}"/>
              </a:ext>
            </a:extLst>
          </p:cNvPr>
          <p:cNvSpPr/>
          <p:nvPr/>
        </p:nvSpPr>
        <p:spPr>
          <a:xfrm>
            <a:off x="3491967" y="5672642"/>
            <a:ext cx="3052638" cy="2239458"/>
          </a:xfrm>
          <a:custGeom>
            <a:avLst/>
            <a:gdLst>
              <a:gd name="csX0" fmla="*/ 0 w 3052638"/>
              <a:gd name="csY0" fmla="*/ 168273 h 2239458"/>
              <a:gd name="csX1" fmla="*/ 168273 w 3052638"/>
              <a:gd name="csY1" fmla="*/ 0 h 2239458"/>
              <a:gd name="csX2" fmla="*/ 765813 w 3052638"/>
              <a:gd name="csY2" fmla="*/ 0 h 2239458"/>
              <a:gd name="csX3" fmla="*/ 1471997 w 3052638"/>
              <a:gd name="csY3" fmla="*/ 0 h 2239458"/>
              <a:gd name="csX4" fmla="*/ 2069537 w 3052638"/>
              <a:gd name="csY4" fmla="*/ 0 h 2239458"/>
              <a:gd name="csX5" fmla="*/ 2884365 w 3052638"/>
              <a:gd name="csY5" fmla="*/ 0 h 2239458"/>
              <a:gd name="csX6" fmla="*/ 3052638 w 3052638"/>
              <a:gd name="csY6" fmla="*/ 168273 h 2239458"/>
              <a:gd name="csX7" fmla="*/ 3052638 w 3052638"/>
              <a:gd name="csY7" fmla="*/ 821606 h 2239458"/>
              <a:gd name="csX8" fmla="*/ 3052638 w 3052638"/>
              <a:gd name="csY8" fmla="*/ 1455910 h 2239458"/>
              <a:gd name="csX9" fmla="*/ 3052638 w 3052638"/>
              <a:gd name="csY9" fmla="*/ 2071185 h 2239458"/>
              <a:gd name="csX10" fmla="*/ 2884365 w 3052638"/>
              <a:gd name="csY10" fmla="*/ 2239458 h 2239458"/>
              <a:gd name="csX11" fmla="*/ 2232503 w 3052638"/>
              <a:gd name="csY11" fmla="*/ 2239458 h 2239458"/>
              <a:gd name="csX12" fmla="*/ 1553480 w 3052638"/>
              <a:gd name="csY12" fmla="*/ 2239458 h 2239458"/>
              <a:gd name="csX13" fmla="*/ 820135 w 3052638"/>
              <a:gd name="csY13" fmla="*/ 2239458 h 2239458"/>
              <a:gd name="csX14" fmla="*/ 168273 w 3052638"/>
              <a:gd name="csY14" fmla="*/ 2239458 h 2239458"/>
              <a:gd name="csX15" fmla="*/ 0 w 3052638"/>
              <a:gd name="csY15" fmla="*/ 2071185 h 2239458"/>
              <a:gd name="csX16" fmla="*/ 0 w 3052638"/>
              <a:gd name="csY16" fmla="*/ 1436881 h 2239458"/>
              <a:gd name="csX17" fmla="*/ 0 w 3052638"/>
              <a:gd name="csY17" fmla="*/ 840635 h 2239458"/>
              <a:gd name="csX18" fmla="*/ 0 w 3052638"/>
              <a:gd name="csY18" fmla="*/ 168273 h 22394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052638" h="2239458" extrusionOk="0">
                <a:moveTo>
                  <a:pt x="0" y="168273"/>
                </a:moveTo>
                <a:cubicBezTo>
                  <a:pt x="-9694" y="89916"/>
                  <a:pt x="84845" y="-7987"/>
                  <a:pt x="168273" y="0"/>
                </a:cubicBezTo>
                <a:cubicBezTo>
                  <a:pt x="426930" y="27493"/>
                  <a:pt x="603546" y="26364"/>
                  <a:pt x="765813" y="0"/>
                </a:cubicBezTo>
                <a:cubicBezTo>
                  <a:pt x="928080" y="-26364"/>
                  <a:pt x="1161646" y="11093"/>
                  <a:pt x="1471997" y="0"/>
                </a:cubicBezTo>
                <a:cubicBezTo>
                  <a:pt x="1782348" y="-11093"/>
                  <a:pt x="1929053" y="11768"/>
                  <a:pt x="2069537" y="0"/>
                </a:cubicBezTo>
                <a:cubicBezTo>
                  <a:pt x="2210021" y="-11768"/>
                  <a:pt x="2665045" y="11330"/>
                  <a:pt x="2884365" y="0"/>
                </a:cubicBezTo>
                <a:cubicBezTo>
                  <a:pt x="2975226" y="4637"/>
                  <a:pt x="3041848" y="66817"/>
                  <a:pt x="3052638" y="168273"/>
                </a:cubicBezTo>
                <a:cubicBezTo>
                  <a:pt x="3057146" y="373194"/>
                  <a:pt x="3060881" y="601111"/>
                  <a:pt x="3052638" y="821606"/>
                </a:cubicBezTo>
                <a:cubicBezTo>
                  <a:pt x="3044395" y="1042101"/>
                  <a:pt x="3071003" y="1218322"/>
                  <a:pt x="3052638" y="1455910"/>
                </a:cubicBezTo>
                <a:cubicBezTo>
                  <a:pt x="3034273" y="1693498"/>
                  <a:pt x="3032643" y="1940025"/>
                  <a:pt x="3052638" y="2071185"/>
                </a:cubicBezTo>
                <a:cubicBezTo>
                  <a:pt x="3049997" y="2175835"/>
                  <a:pt x="2992803" y="2235620"/>
                  <a:pt x="2884365" y="2239458"/>
                </a:cubicBezTo>
                <a:cubicBezTo>
                  <a:pt x="2581905" y="2240285"/>
                  <a:pt x="2495345" y="2229401"/>
                  <a:pt x="2232503" y="2239458"/>
                </a:cubicBezTo>
                <a:cubicBezTo>
                  <a:pt x="1969661" y="2249515"/>
                  <a:pt x="1714536" y="2250188"/>
                  <a:pt x="1553480" y="2239458"/>
                </a:cubicBezTo>
                <a:cubicBezTo>
                  <a:pt x="1392424" y="2228728"/>
                  <a:pt x="1161878" y="2265868"/>
                  <a:pt x="820135" y="2239458"/>
                </a:cubicBezTo>
                <a:cubicBezTo>
                  <a:pt x="478393" y="2213048"/>
                  <a:pt x="401263" y="2230996"/>
                  <a:pt x="168273" y="2239458"/>
                </a:cubicBezTo>
                <a:cubicBezTo>
                  <a:pt x="81156" y="2243215"/>
                  <a:pt x="-8560" y="2152834"/>
                  <a:pt x="0" y="2071185"/>
                </a:cubicBezTo>
                <a:cubicBezTo>
                  <a:pt x="-9020" y="1910447"/>
                  <a:pt x="-1548" y="1729696"/>
                  <a:pt x="0" y="1436881"/>
                </a:cubicBezTo>
                <a:cubicBezTo>
                  <a:pt x="1548" y="1144066"/>
                  <a:pt x="-26923" y="1106872"/>
                  <a:pt x="0" y="840635"/>
                </a:cubicBezTo>
                <a:cubicBezTo>
                  <a:pt x="26923" y="574398"/>
                  <a:pt x="33289" y="484137"/>
                  <a:pt x="0" y="168273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913910773">
                  <a:prstGeom prst="roundRect">
                    <a:avLst>
                      <a:gd name="adj" fmla="val 7514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21585DC1-30B4-2C83-DC9F-A9641E3B8A8E}"/>
              </a:ext>
            </a:extLst>
          </p:cNvPr>
          <p:cNvSpPr txBox="1"/>
          <p:nvPr/>
        </p:nvSpPr>
        <p:spPr bwMode="white">
          <a:xfrm>
            <a:off x="3949098" y="5518754"/>
            <a:ext cx="2055371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o Brush" pitchFamily="2"/>
                <a:ea typeface="+mn-ea"/>
                <a:cs typeface="+mn-cs"/>
              </a:rPr>
              <a:t>Kannst du verbessern:</a:t>
            </a: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63F5C93F-F432-06FB-0A65-F07956AE06AF}"/>
              </a:ext>
            </a:extLst>
          </p:cNvPr>
          <p:cNvSpPr txBox="1"/>
          <p:nvPr/>
        </p:nvSpPr>
        <p:spPr bwMode="white">
          <a:xfrm>
            <a:off x="3766660" y="5890132"/>
            <a:ext cx="2635223" cy="187743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o Brush" pitchFamily="2"/>
                <a:ea typeface="+mn-ea"/>
                <a:cs typeface="+mn-cs"/>
              </a:rPr>
              <a:t>{{VERBESSERN}}</a:t>
            </a:r>
          </a:p>
        </p:txBody>
      </p:sp>
      <p:sp>
        <p:nvSpPr>
          <p:cNvPr id="68" name="Rechteck: abgerundete Ecken 67">
            <a:extLst>
              <a:ext uri="{FF2B5EF4-FFF2-40B4-BE49-F238E27FC236}">
                <a16:creationId xmlns:a16="http://schemas.microsoft.com/office/drawing/2014/main" id="{EF0D9A66-F97E-EB5C-29D3-A4EDE349752B}"/>
              </a:ext>
            </a:extLst>
          </p:cNvPr>
          <p:cNvSpPr/>
          <p:nvPr/>
        </p:nvSpPr>
        <p:spPr>
          <a:xfrm>
            <a:off x="320854" y="8189898"/>
            <a:ext cx="6227105" cy="1536641"/>
          </a:xfrm>
          <a:custGeom>
            <a:avLst/>
            <a:gdLst>
              <a:gd name="csX0" fmla="*/ 0 w 6227105"/>
              <a:gd name="csY0" fmla="*/ 256112 h 1536641"/>
              <a:gd name="csX1" fmla="*/ 256112 w 6227105"/>
              <a:gd name="csY1" fmla="*/ 0 h 1536641"/>
              <a:gd name="csX2" fmla="*/ 719652 w 6227105"/>
              <a:gd name="csY2" fmla="*/ 0 h 1536641"/>
              <a:gd name="csX3" fmla="*/ 1411788 w 6227105"/>
              <a:gd name="csY3" fmla="*/ 0 h 1536641"/>
              <a:gd name="csX4" fmla="*/ 1875328 w 6227105"/>
              <a:gd name="csY4" fmla="*/ 0 h 1536641"/>
              <a:gd name="csX5" fmla="*/ 2338869 w 6227105"/>
              <a:gd name="csY5" fmla="*/ 0 h 1536641"/>
              <a:gd name="csX6" fmla="*/ 2973855 w 6227105"/>
              <a:gd name="csY6" fmla="*/ 0 h 1536641"/>
              <a:gd name="csX7" fmla="*/ 3608842 w 6227105"/>
              <a:gd name="csY7" fmla="*/ 0 h 1536641"/>
              <a:gd name="csX8" fmla="*/ 4072383 w 6227105"/>
              <a:gd name="csY8" fmla="*/ 0 h 1536641"/>
              <a:gd name="csX9" fmla="*/ 4707369 w 6227105"/>
              <a:gd name="csY9" fmla="*/ 0 h 1536641"/>
              <a:gd name="csX10" fmla="*/ 5228058 w 6227105"/>
              <a:gd name="csY10" fmla="*/ 0 h 1536641"/>
              <a:gd name="csX11" fmla="*/ 5970993 w 6227105"/>
              <a:gd name="csY11" fmla="*/ 0 h 1536641"/>
              <a:gd name="csX12" fmla="*/ 6227105 w 6227105"/>
              <a:gd name="csY12" fmla="*/ 256112 h 1536641"/>
              <a:gd name="csX13" fmla="*/ 6227105 w 6227105"/>
              <a:gd name="csY13" fmla="*/ 778565 h 1536641"/>
              <a:gd name="csX14" fmla="*/ 6227105 w 6227105"/>
              <a:gd name="csY14" fmla="*/ 1280529 h 1536641"/>
              <a:gd name="csX15" fmla="*/ 5970993 w 6227105"/>
              <a:gd name="csY15" fmla="*/ 1536641 h 1536641"/>
              <a:gd name="csX16" fmla="*/ 5278857 w 6227105"/>
              <a:gd name="csY16" fmla="*/ 1536641 h 1536641"/>
              <a:gd name="csX17" fmla="*/ 4758168 w 6227105"/>
              <a:gd name="csY17" fmla="*/ 1536641 h 1536641"/>
              <a:gd name="csX18" fmla="*/ 4237479 w 6227105"/>
              <a:gd name="csY18" fmla="*/ 1536641 h 1536641"/>
              <a:gd name="csX19" fmla="*/ 3545344 w 6227105"/>
              <a:gd name="csY19" fmla="*/ 1536641 h 1536641"/>
              <a:gd name="csX20" fmla="*/ 2853208 w 6227105"/>
              <a:gd name="csY20" fmla="*/ 1536641 h 1536641"/>
              <a:gd name="csX21" fmla="*/ 2161072 w 6227105"/>
              <a:gd name="csY21" fmla="*/ 1536641 h 1536641"/>
              <a:gd name="csX22" fmla="*/ 1697532 w 6227105"/>
              <a:gd name="csY22" fmla="*/ 1536641 h 1536641"/>
              <a:gd name="csX23" fmla="*/ 1176843 w 6227105"/>
              <a:gd name="csY23" fmla="*/ 1536641 h 1536641"/>
              <a:gd name="csX24" fmla="*/ 256112 w 6227105"/>
              <a:gd name="csY24" fmla="*/ 1536641 h 1536641"/>
              <a:gd name="csX25" fmla="*/ 0 w 6227105"/>
              <a:gd name="csY25" fmla="*/ 1280529 h 1536641"/>
              <a:gd name="csX26" fmla="*/ 0 w 6227105"/>
              <a:gd name="csY26" fmla="*/ 788809 h 1536641"/>
              <a:gd name="csX27" fmla="*/ 0 w 6227105"/>
              <a:gd name="csY27" fmla="*/ 256112 h 15366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6227105" h="1536641" extrusionOk="0">
                <a:moveTo>
                  <a:pt x="0" y="256112"/>
                </a:moveTo>
                <a:cubicBezTo>
                  <a:pt x="-12785" y="133892"/>
                  <a:pt x="125757" y="-9319"/>
                  <a:pt x="256112" y="0"/>
                </a:cubicBezTo>
                <a:cubicBezTo>
                  <a:pt x="484812" y="-11903"/>
                  <a:pt x="596546" y="-5152"/>
                  <a:pt x="719652" y="0"/>
                </a:cubicBezTo>
                <a:cubicBezTo>
                  <a:pt x="842758" y="5152"/>
                  <a:pt x="1242540" y="22384"/>
                  <a:pt x="1411788" y="0"/>
                </a:cubicBezTo>
                <a:cubicBezTo>
                  <a:pt x="1581036" y="-22384"/>
                  <a:pt x="1652663" y="13084"/>
                  <a:pt x="1875328" y="0"/>
                </a:cubicBezTo>
                <a:cubicBezTo>
                  <a:pt x="2097993" y="-13084"/>
                  <a:pt x="2142698" y="-18160"/>
                  <a:pt x="2338869" y="0"/>
                </a:cubicBezTo>
                <a:cubicBezTo>
                  <a:pt x="2535040" y="18160"/>
                  <a:pt x="2711417" y="-6639"/>
                  <a:pt x="2973855" y="0"/>
                </a:cubicBezTo>
                <a:cubicBezTo>
                  <a:pt x="3236293" y="6639"/>
                  <a:pt x="3409045" y="8987"/>
                  <a:pt x="3608842" y="0"/>
                </a:cubicBezTo>
                <a:cubicBezTo>
                  <a:pt x="3808639" y="-8987"/>
                  <a:pt x="3976357" y="12811"/>
                  <a:pt x="4072383" y="0"/>
                </a:cubicBezTo>
                <a:cubicBezTo>
                  <a:pt x="4168409" y="-12811"/>
                  <a:pt x="4504759" y="-17042"/>
                  <a:pt x="4707369" y="0"/>
                </a:cubicBezTo>
                <a:cubicBezTo>
                  <a:pt x="4909979" y="17042"/>
                  <a:pt x="5071373" y="-20330"/>
                  <a:pt x="5228058" y="0"/>
                </a:cubicBezTo>
                <a:cubicBezTo>
                  <a:pt x="5384743" y="20330"/>
                  <a:pt x="5633510" y="-26200"/>
                  <a:pt x="5970993" y="0"/>
                </a:cubicBezTo>
                <a:cubicBezTo>
                  <a:pt x="6131051" y="-8061"/>
                  <a:pt x="6247866" y="142751"/>
                  <a:pt x="6227105" y="256112"/>
                </a:cubicBezTo>
                <a:cubicBezTo>
                  <a:pt x="6236038" y="423991"/>
                  <a:pt x="6216304" y="525669"/>
                  <a:pt x="6227105" y="778565"/>
                </a:cubicBezTo>
                <a:cubicBezTo>
                  <a:pt x="6237906" y="1031461"/>
                  <a:pt x="6204498" y="1141863"/>
                  <a:pt x="6227105" y="1280529"/>
                </a:cubicBezTo>
                <a:cubicBezTo>
                  <a:pt x="6228982" y="1427683"/>
                  <a:pt x="6112954" y="1527397"/>
                  <a:pt x="5970993" y="1536641"/>
                </a:cubicBezTo>
                <a:cubicBezTo>
                  <a:pt x="5637107" y="1516880"/>
                  <a:pt x="5600612" y="1539810"/>
                  <a:pt x="5278857" y="1536641"/>
                </a:cubicBezTo>
                <a:cubicBezTo>
                  <a:pt x="4957102" y="1533472"/>
                  <a:pt x="5010965" y="1545057"/>
                  <a:pt x="4758168" y="1536641"/>
                </a:cubicBezTo>
                <a:cubicBezTo>
                  <a:pt x="4505371" y="1528225"/>
                  <a:pt x="4397004" y="1515189"/>
                  <a:pt x="4237479" y="1536641"/>
                </a:cubicBezTo>
                <a:cubicBezTo>
                  <a:pt x="4077954" y="1558093"/>
                  <a:pt x="3864920" y="1528728"/>
                  <a:pt x="3545344" y="1536641"/>
                </a:cubicBezTo>
                <a:cubicBezTo>
                  <a:pt x="3225769" y="1544554"/>
                  <a:pt x="3131738" y="1529030"/>
                  <a:pt x="2853208" y="1536641"/>
                </a:cubicBezTo>
                <a:cubicBezTo>
                  <a:pt x="2574678" y="1544252"/>
                  <a:pt x="2502176" y="1514338"/>
                  <a:pt x="2161072" y="1536641"/>
                </a:cubicBezTo>
                <a:cubicBezTo>
                  <a:pt x="1819968" y="1558944"/>
                  <a:pt x="1809024" y="1545162"/>
                  <a:pt x="1697532" y="1536641"/>
                </a:cubicBezTo>
                <a:cubicBezTo>
                  <a:pt x="1586040" y="1528120"/>
                  <a:pt x="1335519" y="1558530"/>
                  <a:pt x="1176843" y="1536641"/>
                </a:cubicBezTo>
                <a:cubicBezTo>
                  <a:pt x="1018167" y="1514752"/>
                  <a:pt x="573718" y="1510908"/>
                  <a:pt x="256112" y="1536641"/>
                </a:cubicBezTo>
                <a:cubicBezTo>
                  <a:pt x="108316" y="1534213"/>
                  <a:pt x="3953" y="1429724"/>
                  <a:pt x="0" y="1280529"/>
                </a:cubicBezTo>
                <a:cubicBezTo>
                  <a:pt x="13240" y="1071706"/>
                  <a:pt x="-12769" y="912768"/>
                  <a:pt x="0" y="788809"/>
                </a:cubicBezTo>
                <a:cubicBezTo>
                  <a:pt x="12769" y="664850"/>
                  <a:pt x="20356" y="366433"/>
                  <a:pt x="0" y="256112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913910773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6D06F9D2-2E96-35FE-0BFD-5CC70B72B249}"/>
              </a:ext>
            </a:extLst>
          </p:cNvPr>
          <p:cNvSpPr txBox="1"/>
          <p:nvPr/>
        </p:nvSpPr>
        <p:spPr bwMode="white">
          <a:xfrm>
            <a:off x="747948" y="8036010"/>
            <a:ext cx="2589170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o Brush" pitchFamily="2"/>
                <a:ea typeface="+mn-ea"/>
                <a:cs typeface="+mn-cs"/>
              </a:rPr>
              <a:t>Darauf kannst du stolz sein: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04FBA02F-C0CA-B380-0ADF-A8CF871E750C}"/>
              </a:ext>
            </a:extLst>
          </p:cNvPr>
          <p:cNvSpPr txBox="1"/>
          <p:nvPr/>
        </p:nvSpPr>
        <p:spPr bwMode="white">
          <a:xfrm>
            <a:off x="595548" y="8404368"/>
            <a:ext cx="5553130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o Brush" pitchFamily="2"/>
                <a:ea typeface="+mn-ea"/>
                <a:cs typeface="+mn-cs"/>
              </a:rPr>
              <a:t>{{STOLZ}}</a:t>
            </a:r>
          </a:p>
        </p:txBody>
      </p:sp>
      <p:pic>
        <p:nvPicPr>
          <p:cNvPr id="900" name="STAR_1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4563" y="2679759"/>
            <a:ext cx="302400" cy="252000"/>
          </a:xfrm>
          <a:prstGeom prst="rect">
            <a:avLst/>
          </a:prstGeom>
        </p:spPr>
      </p:pic>
      <p:pic>
        <p:nvPicPr>
          <p:cNvPr id="901" name="STAR_1_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6322" y="2679759"/>
            <a:ext cx="302400" cy="252000"/>
          </a:xfrm>
          <a:prstGeom prst="rect">
            <a:avLst/>
          </a:prstGeom>
        </p:spPr>
      </p:pic>
      <p:pic>
        <p:nvPicPr>
          <p:cNvPr id="902" name="STAR_1_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8081" y="2679759"/>
            <a:ext cx="302400" cy="252000"/>
          </a:xfrm>
          <a:prstGeom prst="rect">
            <a:avLst/>
          </a:prstGeom>
        </p:spPr>
      </p:pic>
      <p:pic>
        <p:nvPicPr>
          <p:cNvPr id="903" name="STAR_1_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9840" y="2679759"/>
            <a:ext cx="302400" cy="252000"/>
          </a:xfrm>
          <a:prstGeom prst="rect">
            <a:avLst/>
          </a:prstGeom>
        </p:spPr>
      </p:pic>
      <p:pic>
        <p:nvPicPr>
          <p:cNvPr id="904" name="STAR_1_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1599" y="2679759"/>
            <a:ext cx="302400" cy="252000"/>
          </a:xfrm>
          <a:prstGeom prst="rect">
            <a:avLst/>
          </a:prstGeom>
        </p:spPr>
      </p:pic>
      <p:pic>
        <p:nvPicPr>
          <p:cNvPr id="905" name="STAR_2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4563" y="2989921"/>
            <a:ext cx="302400" cy="252000"/>
          </a:xfrm>
          <a:prstGeom prst="rect">
            <a:avLst/>
          </a:prstGeom>
        </p:spPr>
      </p:pic>
      <p:pic>
        <p:nvPicPr>
          <p:cNvPr id="906" name="STAR_2_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6322" y="2989921"/>
            <a:ext cx="302400" cy="252000"/>
          </a:xfrm>
          <a:prstGeom prst="rect">
            <a:avLst/>
          </a:prstGeom>
        </p:spPr>
      </p:pic>
      <p:pic>
        <p:nvPicPr>
          <p:cNvPr id="907" name="STAR_2_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8081" y="2989921"/>
            <a:ext cx="302400" cy="252000"/>
          </a:xfrm>
          <a:prstGeom prst="rect">
            <a:avLst/>
          </a:prstGeom>
        </p:spPr>
      </p:pic>
      <p:pic>
        <p:nvPicPr>
          <p:cNvPr id="908" name="STAR_2_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9840" y="2989921"/>
            <a:ext cx="302400" cy="252000"/>
          </a:xfrm>
          <a:prstGeom prst="rect">
            <a:avLst/>
          </a:prstGeom>
        </p:spPr>
      </p:pic>
      <p:pic>
        <p:nvPicPr>
          <p:cNvPr id="909" name="STAR_2_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1599" y="2989921"/>
            <a:ext cx="302400" cy="252000"/>
          </a:xfrm>
          <a:prstGeom prst="rect">
            <a:avLst/>
          </a:prstGeom>
        </p:spPr>
      </p:pic>
      <p:pic>
        <p:nvPicPr>
          <p:cNvPr id="910" name="STAR_3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5886" y="2679759"/>
            <a:ext cx="302400" cy="252000"/>
          </a:xfrm>
          <a:prstGeom prst="rect">
            <a:avLst/>
          </a:prstGeom>
        </p:spPr>
      </p:pic>
      <p:pic>
        <p:nvPicPr>
          <p:cNvPr id="911" name="STAR_3_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645" y="2679759"/>
            <a:ext cx="302400" cy="252000"/>
          </a:xfrm>
          <a:prstGeom prst="rect">
            <a:avLst/>
          </a:prstGeom>
        </p:spPr>
      </p:pic>
      <p:pic>
        <p:nvPicPr>
          <p:cNvPr id="912" name="STAR_3_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404" y="2679759"/>
            <a:ext cx="302400" cy="252000"/>
          </a:xfrm>
          <a:prstGeom prst="rect">
            <a:avLst/>
          </a:prstGeom>
        </p:spPr>
      </p:pic>
      <p:pic>
        <p:nvPicPr>
          <p:cNvPr id="913" name="STAR_3_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1163" y="2679759"/>
            <a:ext cx="302400" cy="252000"/>
          </a:xfrm>
          <a:prstGeom prst="rect">
            <a:avLst/>
          </a:prstGeom>
        </p:spPr>
      </p:pic>
      <p:pic>
        <p:nvPicPr>
          <p:cNvPr id="914" name="STAR_3_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922" y="2679759"/>
            <a:ext cx="302400" cy="252000"/>
          </a:xfrm>
          <a:prstGeom prst="rect">
            <a:avLst/>
          </a:prstGeom>
        </p:spPr>
      </p:pic>
      <p:pic>
        <p:nvPicPr>
          <p:cNvPr id="915" name="STAR_4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5886" y="2989921"/>
            <a:ext cx="302400" cy="252000"/>
          </a:xfrm>
          <a:prstGeom prst="rect">
            <a:avLst/>
          </a:prstGeom>
        </p:spPr>
      </p:pic>
      <p:pic>
        <p:nvPicPr>
          <p:cNvPr id="916" name="STAR_4_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645" y="2989921"/>
            <a:ext cx="302400" cy="252000"/>
          </a:xfrm>
          <a:prstGeom prst="rect">
            <a:avLst/>
          </a:prstGeom>
        </p:spPr>
      </p:pic>
      <p:pic>
        <p:nvPicPr>
          <p:cNvPr id="917" name="STAR_4_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404" y="2989921"/>
            <a:ext cx="302400" cy="252000"/>
          </a:xfrm>
          <a:prstGeom prst="rect">
            <a:avLst/>
          </a:prstGeom>
        </p:spPr>
      </p:pic>
      <p:pic>
        <p:nvPicPr>
          <p:cNvPr id="918" name="STAR_4_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1163" y="2989921"/>
            <a:ext cx="302400" cy="252000"/>
          </a:xfrm>
          <a:prstGeom prst="rect">
            <a:avLst/>
          </a:prstGeom>
        </p:spPr>
      </p:pic>
      <p:pic>
        <p:nvPicPr>
          <p:cNvPr id="919" name="STAR_4_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922" y="2989921"/>
            <a:ext cx="3024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720349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Grafik 16">
            <a:extLst>
              <a:ext uri="{FF2B5EF4-FFF2-40B4-BE49-F238E27FC236}">
                <a16:creationId xmlns:a16="http://schemas.microsoft.com/office/drawing/2014/main" id="{EEBDCCAF-0675-7462-168A-24F8890A9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245" b="15588"/>
          <a:stretch>
            <a:fillRect/>
          </a:stretch>
        </p:blipFill>
        <p:spPr>
          <a:xfrm>
            <a:off x="0" y="0"/>
            <a:ext cx="6858000" cy="1651379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11806D11-3D76-3E50-9C80-9976ED96E3F9}"/>
              </a:ext>
            </a:extLst>
          </p:cNvPr>
          <p:cNvSpPr txBox="1"/>
          <p:nvPr/>
        </p:nvSpPr>
        <p:spPr>
          <a:xfrm>
            <a:off x="287462" y="1724761"/>
            <a:ext cx="2948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o Brush" pitchFamily="2"/>
                <a:ea typeface="+mn-ea"/>
                <a:cs typeface="+mn-cs"/>
              </a:rPr>
              <a:t>Zeitraum:		{{ZEITRAUM}}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BF5A7DC-D6AA-6518-0EBD-6F5121124BA1}"/>
              </a:ext>
            </a:extLst>
          </p:cNvPr>
          <p:cNvSpPr txBox="1"/>
          <p:nvPr/>
        </p:nvSpPr>
        <p:spPr>
          <a:xfrm>
            <a:off x="3429000" y="1724761"/>
            <a:ext cx="22749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o Brush" pitchFamily="2"/>
                <a:ea typeface="+mn-ea"/>
                <a:cs typeface="+mn-cs"/>
              </a:rPr>
              <a:t>Spieler:	{{SPIELER}}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395DD601-891B-7E8B-4835-AD31A4D27164}"/>
              </a:ext>
            </a:extLst>
          </p:cNvPr>
          <p:cNvSpPr/>
          <p:nvPr/>
        </p:nvSpPr>
        <p:spPr>
          <a:xfrm>
            <a:off x="324000" y="2304000"/>
            <a:ext cx="3024000" cy="2520000"/>
          </a:xfrm>
          <a:custGeom>
            <a:avLst/>
            <a:gdLst>
              <a:gd name="csX0" fmla="*/ 0 w 6227104"/>
              <a:gd name="csY0" fmla="*/ 213788 h 1282700"/>
              <a:gd name="csX1" fmla="*/ 213788 w 6227104"/>
              <a:gd name="csY1" fmla="*/ 0 h 1282700"/>
              <a:gd name="csX2" fmla="*/ 684194 w 6227104"/>
              <a:gd name="csY2" fmla="*/ 0 h 1282700"/>
              <a:gd name="csX3" fmla="*/ 1386581 w 6227104"/>
              <a:gd name="csY3" fmla="*/ 0 h 1282700"/>
              <a:gd name="csX4" fmla="*/ 1856988 w 6227104"/>
              <a:gd name="csY4" fmla="*/ 0 h 1282700"/>
              <a:gd name="csX5" fmla="*/ 2327394 w 6227104"/>
              <a:gd name="csY5" fmla="*/ 0 h 1282700"/>
              <a:gd name="csX6" fmla="*/ 2971786 w 6227104"/>
              <a:gd name="csY6" fmla="*/ 0 h 1282700"/>
              <a:gd name="csX7" fmla="*/ 3616178 w 6227104"/>
              <a:gd name="csY7" fmla="*/ 0 h 1282700"/>
              <a:gd name="csX8" fmla="*/ 4086584 w 6227104"/>
              <a:gd name="csY8" fmla="*/ 0 h 1282700"/>
              <a:gd name="csX9" fmla="*/ 4730976 w 6227104"/>
              <a:gd name="csY9" fmla="*/ 0 h 1282700"/>
              <a:gd name="csX10" fmla="*/ 5259377 w 6227104"/>
              <a:gd name="csY10" fmla="*/ 0 h 1282700"/>
              <a:gd name="csX11" fmla="*/ 6013316 w 6227104"/>
              <a:gd name="csY11" fmla="*/ 0 h 1282700"/>
              <a:gd name="csX12" fmla="*/ 6227104 w 6227104"/>
              <a:gd name="csY12" fmla="*/ 213788 h 1282700"/>
              <a:gd name="csX13" fmla="*/ 6227104 w 6227104"/>
              <a:gd name="csY13" fmla="*/ 649901 h 1282700"/>
              <a:gd name="csX14" fmla="*/ 6227104 w 6227104"/>
              <a:gd name="csY14" fmla="*/ 1068912 h 1282700"/>
              <a:gd name="csX15" fmla="*/ 6013316 w 6227104"/>
              <a:gd name="csY15" fmla="*/ 1282700 h 1282700"/>
              <a:gd name="csX16" fmla="*/ 5310929 w 6227104"/>
              <a:gd name="csY16" fmla="*/ 1282700 h 1282700"/>
              <a:gd name="csX17" fmla="*/ 4782527 w 6227104"/>
              <a:gd name="csY17" fmla="*/ 1282700 h 1282700"/>
              <a:gd name="csX18" fmla="*/ 4254126 w 6227104"/>
              <a:gd name="csY18" fmla="*/ 1282700 h 1282700"/>
              <a:gd name="csX19" fmla="*/ 3551739 w 6227104"/>
              <a:gd name="csY19" fmla="*/ 1282700 h 1282700"/>
              <a:gd name="csX20" fmla="*/ 2849351 w 6227104"/>
              <a:gd name="csY20" fmla="*/ 1282700 h 1282700"/>
              <a:gd name="csX21" fmla="*/ 2146964 w 6227104"/>
              <a:gd name="csY21" fmla="*/ 1282700 h 1282700"/>
              <a:gd name="csX22" fmla="*/ 1676558 w 6227104"/>
              <a:gd name="csY22" fmla="*/ 1282700 h 1282700"/>
              <a:gd name="csX23" fmla="*/ 1148156 w 6227104"/>
              <a:gd name="csY23" fmla="*/ 1282700 h 1282700"/>
              <a:gd name="csX24" fmla="*/ 213788 w 6227104"/>
              <a:gd name="csY24" fmla="*/ 1282700 h 1282700"/>
              <a:gd name="csX25" fmla="*/ 0 w 6227104"/>
              <a:gd name="csY25" fmla="*/ 1068912 h 1282700"/>
              <a:gd name="csX26" fmla="*/ 0 w 6227104"/>
              <a:gd name="csY26" fmla="*/ 658452 h 1282700"/>
              <a:gd name="csX27" fmla="*/ 0 w 6227104"/>
              <a:gd name="csY27" fmla="*/ 213788 h 1282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6227104" h="1282700" extrusionOk="0">
                <a:moveTo>
                  <a:pt x="0" y="213788"/>
                </a:moveTo>
                <a:cubicBezTo>
                  <a:pt x="-16050" y="119853"/>
                  <a:pt x="108481" y="-10724"/>
                  <a:pt x="213788" y="0"/>
                </a:cubicBezTo>
                <a:cubicBezTo>
                  <a:pt x="356598" y="-12737"/>
                  <a:pt x="555178" y="14918"/>
                  <a:pt x="684194" y="0"/>
                </a:cubicBezTo>
                <a:cubicBezTo>
                  <a:pt x="813210" y="-14918"/>
                  <a:pt x="1094453" y="-8684"/>
                  <a:pt x="1386581" y="0"/>
                </a:cubicBezTo>
                <a:cubicBezTo>
                  <a:pt x="1678709" y="8684"/>
                  <a:pt x="1695591" y="-14994"/>
                  <a:pt x="1856988" y="0"/>
                </a:cubicBezTo>
                <a:cubicBezTo>
                  <a:pt x="2018385" y="14994"/>
                  <a:pt x="2103318" y="-5509"/>
                  <a:pt x="2327394" y="0"/>
                </a:cubicBezTo>
                <a:cubicBezTo>
                  <a:pt x="2551470" y="5509"/>
                  <a:pt x="2795479" y="3311"/>
                  <a:pt x="2971786" y="0"/>
                </a:cubicBezTo>
                <a:cubicBezTo>
                  <a:pt x="3148093" y="-3311"/>
                  <a:pt x="3446895" y="-14711"/>
                  <a:pt x="3616178" y="0"/>
                </a:cubicBezTo>
                <a:cubicBezTo>
                  <a:pt x="3785461" y="14711"/>
                  <a:pt x="3956747" y="-10834"/>
                  <a:pt x="4086584" y="0"/>
                </a:cubicBezTo>
                <a:cubicBezTo>
                  <a:pt x="4216421" y="10834"/>
                  <a:pt x="4588778" y="6719"/>
                  <a:pt x="4730976" y="0"/>
                </a:cubicBezTo>
                <a:cubicBezTo>
                  <a:pt x="4873174" y="-6719"/>
                  <a:pt x="5115412" y="12723"/>
                  <a:pt x="5259377" y="0"/>
                </a:cubicBezTo>
                <a:cubicBezTo>
                  <a:pt x="5403342" y="-12723"/>
                  <a:pt x="5721831" y="-19954"/>
                  <a:pt x="6013316" y="0"/>
                </a:cubicBezTo>
                <a:cubicBezTo>
                  <a:pt x="6134769" y="-1464"/>
                  <a:pt x="6229810" y="99376"/>
                  <a:pt x="6227104" y="213788"/>
                </a:cubicBezTo>
                <a:cubicBezTo>
                  <a:pt x="6209404" y="301537"/>
                  <a:pt x="6207826" y="477619"/>
                  <a:pt x="6227104" y="649901"/>
                </a:cubicBezTo>
                <a:cubicBezTo>
                  <a:pt x="6246382" y="822183"/>
                  <a:pt x="6232699" y="955210"/>
                  <a:pt x="6227104" y="1068912"/>
                </a:cubicBezTo>
                <a:cubicBezTo>
                  <a:pt x="6234308" y="1208891"/>
                  <a:pt x="6131664" y="1277746"/>
                  <a:pt x="6013316" y="1282700"/>
                </a:cubicBezTo>
                <a:cubicBezTo>
                  <a:pt x="5669586" y="1309281"/>
                  <a:pt x="5612380" y="1286907"/>
                  <a:pt x="5310929" y="1282700"/>
                </a:cubicBezTo>
                <a:cubicBezTo>
                  <a:pt x="5009478" y="1278493"/>
                  <a:pt x="5016331" y="1297755"/>
                  <a:pt x="4782527" y="1282700"/>
                </a:cubicBezTo>
                <a:cubicBezTo>
                  <a:pt x="4548723" y="1267645"/>
                  <a:pt x="4430412" y="1276895"/>
                  <a:pt x="4254126" y="1282700"/>
                </a:cubicBezTo>
                <a:cubicBezTo>
                  <a:pt x="4077840" y="1288505"/>
                  <a:pt x="3787126" y="1293254"/>
                  <a:pt x="3551739" y="1282700"/>
                </a:cubicBezTo>
                <a:cubicBezTo>
                  <a:pt x="3316352" y="1272146"/>
                  <a:pt x="3162673" y="1264469"/>
                  <a:pt x="2849351" y="1282700"/>
                </a:cubicBezTo>
                <a:cubicBezTo>
                  <a:pt x="2536029" y="1300931"/>
                  <a:pt x="2468435" y="1308824"/>
                  <a:pt x="2146964" y="1282700"/>
                </a:cubicBezTo>
                <a:cubicBezTo>
                  <a:pt x="1825493" y="1256576"/>
                  <a:pt x="1817780" y="1260773"/>
                  <a:pt x="1676558" y="1282700"/>
                </a:cubicBezTo>
                <a:cubicBezTo>
                  <a:pt x="1535336" y="1304627"/>
                  <a:pt x="1257428" y="1294124"/>
                  <a:pt x="1148156" y="1282700"/>
                </a:cubicBezTo>
                <a:cubicBezTo>
                  <a:pt x="1038884" y="1271276"/>
                  <a:pt x="454244" y="1260946"/>
                  <a:pt x="213788" y="1282700"/>
                </a:cubicBezTo>
                <a:cubicBezTo>
                  <a:pt x="72701" y="1273898"/>
                  <a:pt x="2336" y="1191563"/>
                  <a:pt x="0" y="1068912"/>
                </a:cubicBezTo>
                <a:cubicBezTo>
                  <a:pt x="-5429" y="969741"/>
                  <a:pt x="2338" y="784686"/>
                  <a:pt x="0" y="658452"/>
                </a:cubicBezTo>
                <a:cubicBezTo>
                  <a:pt x="-2338" y="532218"/>
                  <a:pt x="19778" y="422843"/>
                  <a:pt x="0" y="213788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913910773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8" name="CHART_OVERVIEW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2556000"/>
            <a:ext cx="2520000" cy="1969200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49E777E2-F582-21BD-83C0-DD4C00DD6B53}"/>
              </a:ext>
            </a:extLst>
          </p:cNvPr>
          <p:cNvSpPr txBox="1"/>
          <p:nvPr/>
        </p:nvSpPr>
        <p:spPr bwMode="white">
          <a:xfrm>
            <a:off x="756000" y="2160000"/>
            <a:ext cx="182293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o Brush" pitchFamily="2"/>
                <a:ea typeface="+mn-ea"/>
                <a:cs typeface="+mn-cs"/>
              </a:rPr>
              <a:t>Überblick: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395DD601-891B-7E8B-4835-AD31A4D27164}"/>
              </a:ext>
            </a:extLst>
          </p:cNvPr>
          <p:cNvSpPr/>
          <p:nvPr/>
        </p:nvSpPr>
        <p:spPr>
          <a:xfrm>
            <a:off x="3491999" y="2304000"/>
            <a:ext cx="3060000" cy="2520000"/>
          </a:xfrm>
          <a:custGeom>
            <a:avLst/>
            <a:gdLst>
              <a:gd name="csX0" fmla="*/ 0 w 6227104"/>
              <a:gd name="csY0" fmla="*/ 213788 h 1282700"/>
              <a:gd name="csX1" fmla="*/ 213788 w 6227104"/>
              <a:gd name="csY1" fmla="*/ 0 h 1282700"/>
              <a:gd name="csX2" fmla="*/ 684194 w 6227104"/>
              <a:gd name="csY2" fmla="*/ 0 h 1282700"/>
              <a:gd name="csX3" fmla="*/ 1386581 w 6227104"/>
              <a:gd name="csY3" fmla="*/ 0 h 1282700"/>
              <a:gd name="csX4" fmla="*/ 1856988 w 6227104"/>
              <a:gd name="csY4" fmla="*/ 0 h 1282700"/>
              <a:gd name="csX5" fmla="*/ 2327394 w 6227104"/>
              <a:gd name="csY5" fmla="*/ 0 h 1282700"/>
              <a:gd name="csX6" fmla="*/ 2971786 w 6227104"/>
              <a:gd name="csY6" fmla="*/ 0 h 1282700"/>
              <a:gd name="csX7" fmla="*/ 3616178 w 6227104"/>
              <a:gd name="csY7" fmla="*/ 0 h 1282700"/>
              <a:gd name="csX8" fmla="*/ 4086584 w 6227104"/>
              <a:gd name="csY8" fmla="*/ 0 h 1282700"/>
              <a:gd name="csX9" fmla="*/ 4730976 w 6227104"/>
              <a:gd name="csY9" fmla="*/ 0 h 1282700"/>
              <a:gd name="csX10" fmla="*/ 5259377 w 6227104"/>
              <a:gd name="csY10" fmla="*/ 0 h 1282700"/>
              <a:gd name="csX11" fmla="*/ 6013316 w 6227104"/>
              <a:gd name="csY11" fmla="*/ 0 h 1282700"/>
              <a:gd name="csX12" fmla="*/ 6227104 w 6227104"/>
              <a:gd name="csY12" fmla="*/ 213788 h 1282700"/>
              <a:gd name="csX13" fmla="*/ 6227104 w 6227104"/>
              <a:gd name="csY13" fmla="*/ 649901 h 1282700"/>
              <a:gd name="csX14" fmla="*/ 6227104 w 6227104"/>
              <a:gd name="csY14" fmla="*/ 1068912 h 1282700"/>
              <a:gd name="csX15" fmla="*/ 6013316 w 6227104"/>
              <a:gd name="csY15" fmla="*/ 1282700 h 1282700"/>
              <a:gd name="csX16" fmla="*/ 5310929 w 6227104"/>
              <a:gd name="csY16" fmla="*/ 1282700 h 1282700"/>
              <a:gd name="csX17" fmla="*/ 4782527 w 6227104"/>
              <a:gd name="csY17" fmla="*/ 1282700 h 1282700"/>
              <a:gd name="csX18" fmla="*/ 4254126 w 6227104"/>
              <a:gd name="csY18" fmla="*/ 1282700 h 1282700"/>
              <a:gd name="csX19" fmla="*/ 3551739 w 6227104"/>
              <a:gd name="csY19" fmla="*/ 1282700 h 1282700"/>
              <a:gd name="csX20" fmla="*/ 2849351 w 6227104"/>
              <a:gd name="csY20" fmla="*/ 1282700 h 1282700"/>
              <a:gd name="csX21" fmla="*/ 2146964 w 6227104"/>
              <a:gd name="csY21" fmla="*/ 1282700 h 1282700"/>
              <a:gd name="csX22" fmla="*/ 1676558 w 6227104"/>
              <a:gd name="csY22" fmla="*/ 1282700 h 1282700"/>
              <a:gd name="csX23" fmla="*/ 1148156 w 6227104"/>
              <a:gd name="csY23" fmla="*/ 1282700 h 1282700"/>
              <a:gd name="csX24" fmla="*/ 213788 w 6227104"/>
              <a:gd name="csY24" fmla="*/ 1282700 h 1282700"/>
              <a:gd name="csX25" fmla="*/ 0 w 6227104"/>
              <a:gd name="csY25" fmla="*/ 1068912 h 1282700"/>
              <a:gd name="csX26" fmla="*/ 0 w 6227104"/>
              <a:gd name="csY26" fmla="*/ 658452 h 1282700"/>
              <a:gd name="csX27" fmla="*/ 0 w 6227104"/>
              <a:gd name="csY27" fmla="*/ 213788 h 1282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6227104" h="1282700" extrusionOk="0">
                <a:moveTo>
                  <a:pt x="0" y="213788"/>
                </a:moveTo>
                <a:cubicBezTo>
                  <a:pt x="-16050" y="119853"/>
                  <a:pt x="108481" y="-10724"/>
                  <a:pt x="213788" y="0"/>
                </a:cubicBezTo>
                <a:cubicBezTo>
                  <a:pt x="356598" y="-12737"/>
                  <a:pt x="555178" y="14918"/>
                  <a:pt x="684194" y="0"/>
                </a:cubicBezTo>
                <a:cubicBezTo>
                  <a:pt x="813210" y="-14918"/>
                  <a:pt x="1094453" y="-8684"/>
                  <a:pt x="1386581" y="0"/>
                </a:cubicBezTo>
                <a:cubicBezTo>
                  <a:pt x="1678709" y="8684"/>
                  <a:pt x="1695591" y="-14994"/>
                  <a:pt x="1856988" y="0"/>
                </a:cubicBezTo>
                <a:cubicBezTo>
                  <a:pt x="2018385" y="14994"/>
                  <a:pt x="2103318" y="-5509"/>
                  <a:pt x="2327394" y="0"/>
                </a:cubicBezTo>
                <a:cubicBezTo>
                  <a:pt x="2551470" y="5509"/>
                  <a:pt x="2795479" y="3311"/>
                  <a:pt x="2971786" y="0"/>
                </a:cubicBezTo>
                <a:cubicBezTo>
                  <a:pt x="3148093" y="-3311"/>
                  <a:pt x="3446895" y="-14711"/>
                  <a:pt x="3616178" y="0"/>
                </a:cubicBezTo>
                <a:cubicBezTo>
                  <a:pt x="3785461" y="14711"/>
                  <a:pt x="3956747" y="-10834"/>
                  <a:pt x="4086584" y="0"/>
                </a:cubicBezTo>
                <a:cubicBezTo>
                  <a:pt x="4216421" y="10834"/>
                  <a:pt x="4588778" y="6719"/>
                  <a:pt x="4730976" y="0"/>
                </a:cubicBezTo>
                <a:cubicBezTo>
                  <a:pt x="4873174" y="-6719"/>
                  <a:pt x="5115412" y="12723"/>
                  <a:pt x="5259377" y="0"/>
                </a:cubicBezTo>
                <a:cubicBezTo>
                  <a:pt x="5403342" y="-12723"/>
                  <a:pt x="5721831" y="-19954"/>
                  <a:pt x="6013316" y="0"/>
                </a:cubicBezTo>
                <a:cubicBezTo>
                  <a:pt x="6134769" y="-1464"/>
                  <a:pt x="6229810" y="99376"/>
                  <a:pt x="6227104" y="213788"/>
                </a:cubicBezTo>
                <a:cubicBezTo>
                  <a:pt x="6209404" y="301537"/>
                  <a:pt x="6207826" y="477619"/>
                  <a:pt x="6227104" y="649901"/>
                </a:cubicBezTo>
                <a:cubicBezTo>
                  <a:pt x="6246382" y="822183"/>
                  <a:pt x="6232699" y="955210"/>
                  <a:pt x="6227104" y="1068912"/>
                </a:cubicBezTo>
                <a:cubicBezTo>
                  <a:pt x="6234308" y="1208891"/>
                  <a:pt x="6131664" y="1277746"/>
                  <a:pt x="6013316" y="1282700"/>
                </a:cubicBezTo>
                <a:cubicBezTo>
                  <a:pt x="5669586" y="1309281"/>
                  <a:pt x="5612380" y="1286907"/>
                  <a:pt x="5310929" y="1282700"/>
                </a:cubicBezTo>
                <a:cubicBezTo>
                  <a:pt x="5009478" y="1278493"/>
                  <a:pt x="5016331" y="1297755"/>
                  <a:pt x="4782527" y="1282700"/>
                </a:cubicBezTo>
                <a:cubicBezTo>
                  <a:pt x="4548723" y="1267645"/>
                  <a:pt x="4430412" y="1276895"/>
                  <a:pt x="4254126" y="1282700"/>
                </a:cubicBezTo>
                <a:cubicBezTo>
                  <a:pt x="4077840" y="1288505"/>
                  <a:pt x="3787126" y="1293254"/>
                  <a:pt x="3551739" y="1282700"/>
                </a:cubicBezTo>
                <a:cubicBezTo>
                  <a:pt x="3316352" y="1272146"/>
                  <a:pt x="3162673" y="1264469"/>
                  <a:pt x="2849351" y="1282700"/>
                </a:cubicBezTo>
                <a:cubicBezTo>
                  <a:pt x="2536029" y="1300931"/>
                  <a:pt x="2468435" y="1308824"/>
                  <a:pt x="2146964" y="1282700"/>
                </a:cubicBezTo>
                <a:cubicBezTo>
                  <a:pt x="1825493" y="1256576"/>
                  <a:pt x="1817780" y="1260773"/>
                  <a:pt x="1676558" y="1282700"/>
                </a:cubicBezTo>
                <a:cubicBezTo>
                  <a:pt x="1535336" y="1304627"/>
                  <a:pt x="1257428" y="1294124"/>
                  <a:pt x="1148156" y="1282700"/>
                </a:cubicBezTo>
                <a:cubicBezTo>
                  <a:pt x="1038884" y="1271276"/>
                  <a:pt x="454244" y="1260946"/>
                  <a:pt x="213788" y="1282700"/>
                </a:cubicBezTo>
                <a:cubicBezTo>
                  <a:pt x="72701" y="1273898"/>
                  <a:pt x="2336" y="1191563"/>
                  <a:pt x="0" y="1068912"/>
                </a:cubicBezTo>
                <a:cubicBezTo>
                  <a:pt x="-5429" y="969741"/>
                  <a:pt x="2338" y="784686"/>
                  <a:pt x="0" y="658452"/>
                </a:cubicBezTo>
                <a:cubicBezTo>
                  <a:pt x="-2338" y="532218"/>
                  <a:pt x="19778" y="422843"/>
                  <a:pt x="0" y="213788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913910773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9" name="CHART_RADA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4000" y="2556000"/>
            <a:ext cx="2556000" cy="1972800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49E777E2-F582-21BD-83C0-DD4C00DD6B53}"/>
              </a:ext>
            </a:extLst>
          </p:cNvPr>
          <p:cNvSpPr txBox="1"/>
          <p:nvPr/>
        </p:nvSpPr>
        <p:spPr bwMode="white">
          <a:xfrm>
            <a:off x="3923999" y="2160000"/>
            <a:ext cx="182293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o Brush" pitchFamily="2"/>
                <a:ea typeface="+mn-ea"/>
                <a:cs typeface="+mn-cs"/>
              </a:rPr>
              <a:t>Niveau je Bereich: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395DD601-891B-7E8B-4835-AD31A4D27164}"/>
              </a:ext>
            </a:extLst>
          </p:cNvPr>
          <p:cNvSpPr/>
          <p:nvPr/>
        </p:nvSpPr>
        <p:spPr>
          <a:xfrm>
            <a:off x="324000" y="5112000"/>
            <a:ext cx="6228000" cy="1872000"/>
          </a:xfrm>
          <a:custGeom>
            <a:avLst/>
            <a:gdLst>
              <a:gd name="csX0" fmla="*/ 0 w 6227104"/>
              <a:gd name="csY0" fmla="*/ 213788 h 1282700"/>
              <a:gd name="csX1" fmla="*/ 213788 w 6227104"/>
              <a:gd name="csY1" fmla="*/ 0 h 1282700"/>
              <a:gd name="csX2" fmla="*/ 684194 w 6227104"/>
              <a:gd name="csY2" fmla="*/ 0 h 1282700"/>
              <a:gd name="csX3" fmla="*/ 1386581 w 6227104"/>
              <a:gd name="csY3" fmla="*/ 0 h 1282700"/>
              <a:gd name="csX4" fmla="*/ 1856988 w 6227104"/>
              <a:gd name="csY4" fmla="*/ 0 h 1282700"/>
              <a:gd name="csX5" fmla="*/ 2327394 w 6227104"/>
              <a:gd name="csY5" fmla="*/ 0 h 1282700"/>
              <a:gd name="csX6" fmla="*/ 2971786 w 6227104"/>
              <a:gd name="csY6" fmla="*/ 0 h 1282700"/>
              <a:gd name="csX7" fmla="*/ 3616178 w 6227104"/>
              <a:gd name="csY7" fmla="*/ 0 h 1282700"/>
              <a:gd name="csX8" fmla="*/ 4086584 w 6227104"/>
              <a:gd name="csY8" fmla="*/ 0 h 1282700"/>
              <a:gd name="csX9" fmla="*/ 4730976 w 6227104"/>
              <a:gd name="csY9" fmla="*/ 0 h 1282700"/>
              <a:gd name="csX10" fmla="*/ 5259377 w 6227104"/>
              <a:gd name="csY10" fmla="*/ 0 h 1282700"/>
              <a:gd name="csX11" fmla="*/ 6013316 w 6227104"/>
              <a:gd name="csY11" fmla="*/ 0 h 1282700"/>
              <a:gd name="csX12" fmla="*/ 6227104 w 6227104"/>
              <a:gd name="csY12" fmla="*/ 213788 h 1282700"/>
              <a:gd name="csX13" fmla="*/ 6227104 w 6227104"/>
              <a:gd name="csY13" fmla="*/ 649901 h 1282700"/>
              <a:gd name="csX14" fmla="*/ 6227104 w 6227104"/>
              <a:gd name="csY14" fmla="*/ 1068912 h 1282700"/>
              <a:gd name="csX15" fmla="*/ 6013316 w 6227104"/>
              <a:gd name="csY15" fmla="*/ 1282700 h 1282700"/>
              <a:gd name="csX16" fmla="*/ 5310929 w 6227104"/>
              <a:gd name="csY16" fmla="*/ 1282700 h 1282700"/>
              <a:gd name="csX17" fmla="*/ 4782527 w 6227104"/>
              <a:gd name="csY17" fmla="*/ 1282700 h 1282700"/>
              <a:gd name="csX18" fmla="*/ 4254126 w 6227104"/>
              <a:gd name="csY18" fmla="*/ 1282700 h 1282700"/>
              <a:gd name="csX19" fmla="*/ 3551739 w 6227104"/>
              <a:gd name="csY19" fmla="*/ 1282700 h 1282700"/>
              <a:gd name="csX20" fmla="*/ 2849351 w 6227104"/>
              <a:gd name="csY20" fmla="*/ 1282700 h 1282700"/>
              <a:gd name="csX21" fmla="*/ 2146964 w 6227104"/>
              <a:gd name="csY21" fmla="*/ 1282700 h 1282700"/>
              <a:gd name="csX22" fmla="*/ 1676558 w 6227104"/>
              <a:gd name="csY22" fmla="*/ 1282700 h 1282700"/>
              <a:gd name="csX23" fmla="*/ 1148156 w 6227104"/>
              <a:gd name="csY23" fmla="*/ 1282700 h 1282700"/>
              <a:gd name="csX24" fmla="*/ 213788 w 6227104"/>
              <a:gd name="csY24" fmla="*/ 1282700 h 1282700"/>
              <a:gd name="csX25" fmla="*/ 0 w 6227104"/>
              <a:gd name="csY25" fmla="*/ 1068912 h 1282700"/>
              <a:gd name="csX26" fmla="*/ 0 w 6227104"/>
              <a:gd name="csY26" fmla="*/ 658452 h 1282700"/>
              <a:gd name="csX27" fmla="*/ 0 w 6227104"/>
              <a:gd name="csY27" fmla="*/ 213788 h 1282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6227104" h="1282700" extrusionOk="0">
                <a:moveTo>
                  <a:pt x="0" y="213788"/>
                </a:moveTo>
                <a:cubicBezTo>
                  <a:pt x="-16050" y="119853"/>
                  <a:pt x="108481" y="-10724"/>
                  <a:pt x="213788" y="0"/>
                </a:cubicBezTo>
                <a:cubicBezTo>
                  <a:pt x="356598" y="-12737"/>
                  <a:pt x="555178" y="14918"/>
                  <a:pt x="684194" y="0"/>
                </a:cubicBezTo>
                <a:cubicBezTo>
                  <a:pt x="813210" y="-14918"/>
                  <a:pt x="1094453" y="-8684"/>
                  <a:pt x="1386581" y="0"/>
                </a:cubicBezTo>
                <a:cubicBezTo>
                  <a:pt x="1678709" y="8684"/>
                  <a:pt x="1695591" y="-14994"/>
                  <a:pt x="1856988" y="0"/>
                </a:cubicBezTo>
                <a:cubicBezTo>
                  <a:pt x="2018385" y="14994"/>
                  <a:pt x="2103318" y="-5509"/>
                  <a:pt x="2327394" y="0"/>
                </a:cubicBezTo>
                <a:cubicBezTo>
                  <a:pt x="2551470" y="5509"/>
                  <a:pt x="2795479" y="3311"/>
                  <a:pt x="2971786" y="0"/>
                </a:cubicBezTo>
                <a:cubicBezTo>
                  <a:pt x="3148093" y="-3311"/>
                  <a:pt x="3446895" y="-14711"/>
                  <a:pt x="3616178" y="0"/>
                </a:cubicBezTo>
                <a:cubicBezTo>
                  <a:pt x="3785461" y="14711"/>
                  <a:pt x="3956747" y="-10834"/>
                  <a:pt x="4086584" y="0"/>
                </a:cubicBezTo>
                <a:cubicBezTo>
                  <a:pt x="4216421" y="10834"/>
                  <a:pt x="4588778" y="6719"/>
                  <a:pt x="4730976" y="0"/>
                </a:cubicBezTo>
                <a:cubicBezTo>
                  <a:pt x="4873174" y="-6719"/>
                  <a:pt x="5115412" y="12723"/>
                  <a:pt x="5259377" y="0"/>
                </a:cubicBezTo>
                <a:cubicBezTo>
                  <a:pt x="5403342" y="-12723"/>
                  <a:pt x="5721831" y="-19954"/>
                  <a:pt x="6013316" y="0"/>
                </a:cubicBezTo>
                <a:cubicBezTo>
                  <a:pt x="6134769" y="-1464"/>
                  <a:pt x="6229810" y="99376"/>
                  <a:pt x="6227104" y="213788"/>
                </a:cubicBezTo>
                <a:cubicBezTo>
                  <a:pt x="6209404" y="301537"/>
                  <a:pt x="6207826" y="477619"/>
                  <a:pt x="6227104" y="649901"/>
                </a:cubicBezTo>
                <a:cubicBezTo>
                  <a:pt x="6246382" y="822183"/>
                  <a:pt x="6232699" y="955210"/>
                  <a:pt x="6227104" y="1068912"/>
                </a:cubicBezTo>
                <a:cubicBezTo>
                  <a:pt x="6234308" y="1208891"/>
                  <a:pt x="6131664" y="1277746"/>
                  <a:pt x="6013316" y="1282700"/>
                </a:cubicBezTo>
                <a:cubicBezTo>
                  <a:pt x="5669586" y="1309281"/>
                  <a:pt x="5612380" y="1286907"/>
                  <a:pt x="5310929" y="1282700"/>
                </a:cubicBezTo>
                <a:cubicBezTo>
                  <a:pt x="5009478" y="1278493"/>
                  <a:pt x="5016331" y="1297755"/>
                  <a:pt x="4782527" y="1282700"/>
                </a:cubicBezTo>
                <a:cubicBezTo>
                  <a:pt x="4548723" y="1267645"/>
                  <a:pt x="4430412" y="1276895"/>
                  <a:pt x="4254126" y="1282700"/>
                </a:cubicBezTo>
                <a:cubicBezTo>
                  <a:pt x="4077840" y="1288505"/>
                  <a:pt x="3787126" y="1293254"/>
                  <a:pt x="3551739" y="1282700"/>
                </a:cubicBezTo>
                <a:cubicBezTo>
                  <a:pt x="3316352" y="1272146"/>
                  <a:pt x="3162673" y="1264469"/>
                  <a:pt x="2849351" y="1282700"/>
                </a:cubicBezTo>
                <a:cubicBezTo>
                  <a:pt x="2536029" y="1300931"/>
                  <a:pt x="2468435" y="1308824"/>
                  <a:pt x="2146964" y="1282700"/>
                </a:cubicBezTo>
                <a:cubicBezTo>
                  <a:pt x="1825493" y="1256576"/>
                  <a:pt x="1817780" y="1260773"/>
                  <a:pt x="1676558" y="1282700"/>
                </a:cubicBezTo>
                <a:cubicBezTo>
                  <a:pt x="1535336" y="1304627"/>
                  <a:pt x="1257428" y="1294124"/>
                  <a:pt x="1148156" y="1282700"/>
                </a:cubicBezTo>
                <a:cubicBezTo>
                  <a:pt x="1038884" y="1271276"/>
                  <a:pt x="454244" y="1260946"/>
                  <a:pt x="213788" y="1282700"/>
                </a:cubicBezTo>
                <a:cubicBezTo>
                  <a:pt x="72701" y="1273898"/>
                  <a:pt x="2336" y="1191563"/>
                  <a:pt x="0" y="1068912"/>
                </a:cubicBezTo>
                <a:cubicBezTo>
                  <a:pt x="-5429" y="969741"/>
                  <a:pt x="2338" y="784686"/>
                  <a:pt x="0" y="658452"/>
                </a:cubicBezTo>
                <a:cubicBezTo>
                  <a:pt x="-2338" y="532218"/>
                  <a:pt x="19778" y="422843"/>
                  <a:pt x="0" y="213788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913910773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0" name="CHART_TIMELIN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00" y="5328000"/>
            <a:ext cx="5940000" cy="1548000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49E777E2-F582-21BD-83C0-DD4C00DD6B53}"/>
              </a:ext>
            </a:extLst>
          </p:cNvPr>
          <p:cNvSpPr txBox="1"/>
          <p:nvPr/>
        </p:nvSpPr>
        <p:spPr bwMode="white">
          <a:xfrm>
            <a:off x="756000" y="4968000"/>
            <a:ext cx="182293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o Brush" pitchFamily="2"/>
                <a:ea typeface="+mn-ea"/>
                <a:cs typeface="+mn-cs"/>
              </a:rPr>
              <a:t>Verlauf: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395DD601-891B-7E8B-4835-AD31A4D27164}"/>
              </a:ext>
            </a:extLst>
          </p:cNvPr>
          <p:cNvSpPr/>
          <p:nvPr/>
        </p:nvSpPr>
        <p:spPr>
          <a:xfrm>
            <a:off x="324000" y="7272000"/>
            <a:ext cx="6228000" cy="2484000"/>
          </a:xfrm>
          <a:custGeom>
            <a:avLst/>
            <a:gdLst>
              <a:gd name="csX0" fmla="*/ 0 w 6227104"/>
              <a:gd name="csY0" fmla="*/ 213788 h 1282700"/>
              <a:gd name="csX1" fmla="*/ 213788 w 6227104"/>
              <a:gd name="csY1" fmla="*/ 0 h 1282700"/>
              <a:gd name="csX2" fmla="*/ 684194 w 6227104"/>
              <a:gd name="csY2" fmla="*/ 0 h 1282700"/>
              <a:gd name="csX3" fmla="*/ 1386581 w 6227104"/>
              <a:gd name="csY3" fmla="*/ 0 h 1282700"/>
              <a:gd name="csX4" fmla="*/ 1856988 w 6227104"/>
              <a:gd name="csY4" fmla="*/ 0 h 1282700"/>
              <a:gd name="csX5" fmla="*/ 2327394 w 6227104"/>
              <a:gd name="csY5" fmla="*/ 0 h 1282700"/>
              <a:gd name="csX6" fmla="*/ 2971786 w 6227104"/>
              <a:gd name="csY6" fmla="*/ 0 h 1282700"/>
              <a:gd name="csX7" fmla="*/ 3616178 w 6227104"/>
              <a:gd name="csY7" fmla="*/ 0 h 1282700"/>
              <a:gd name="csX8" fmla="*/ 4086584 w 6227104"/>
              <a:gd name="csY8" fmla="*/ 0 h 1282700"/>
              <a:gd name="csX9" fmla="*/ 4730976 w 6227104"/>
              <a:gd name="csY9" fmla="*/ 0 h 1282700"/>
              <a:gd name="csX10" fmla="*/ 5259377 w 6227104"/>
              <a:gd name="csY10" fmla="*/ 0 h 1282700"/>
              <a:gd name="csX11" fmla="*/ 6013316 w 6227104"/>
              <a:gd name="csY11" fmla="*/ 0 h 1282700"/>
              <a:gd name="csX12" fmla="*/ 6227104 w 6227104"/>
              <a:gd name="csY12" fmla="*/ 213788 h 1282700"/>
              <a:gd name="csX13" fmla="*/ 6227104 w 6227104"/>
              <a:gd name="csY13" fmla="*/ 649901 h 1282700"/>
              <a:gd name="csX14" fmla="*/ 6227104 w 6227104"/>
              <a:gd name="csY14" fmla="*/ 1068912 h 1282700"/>
              <a:gd name="csX15" fmla="*/ 6013316 w 6227104"/>
              <a:gd name="csY15" fmla="*/ 1282700 h 1282700"/>
              <a:gd name="csX16" fmla="*/ 5310929 w 6227104"/>
              <a:gd name="csY16" fmla="*/ 1282700 h 1282700"/>
              <a:gd name="csX17" fmla="*/ 4782527 w 6227104"/>
              <a:gd name="csY17" fmla="*/ 1282700 h 1282700"/>
              <a:gd name="csX18" fmla="*/ 4254126 w 6227104"/>
              <a:gd name="csY18" fmla="*/ 1282700 h 1282700"/>
              <a:gd name="csX19" fmla="*/ 3551739 w 6227104"/>
              <a:gd name="csY19" fmla="*/ 1282700 h 1282700"/>
              <a:gd name="csX20" fmla="*/ 2849351 w 6227104"/>
              <a:gd name="csY20" fmla="*/ 1282700 h 1282700"/>
              <a:gd name="csX21" fmla="*/ 2146964 w 6227104"/>
              <a:gd name="csY21" fmla="*/ 1282700 h 1282700"/>
              <a:gd name="csX22" fmla="*/ 1676558 w 6227104"/>
              <a:gd name="csY22" fmla="*/ 1282700 h 1282700"/>
              <a:gd name="csX23" fmla="*/ 1148156 w 6227104"/>
              <a:gd name="csY23" fmla="*/ 1282700 h 1282700"/>
              <a:gd name="csX24" fmla="*/ 213788 w 6227104"/>
              <a:gd name="csY24" fmla="*/ 1282700 h 1282700"/>
              <a:gd name="csX25" fmla="*/ 0 w 6227104"/>
              <a:gd name="csY25" fmla="*/ 1068912 h 1282700"/>
              <a:gd name="csX26" fmla="*/ 0 w 6227104"/>
              <a:gd name="csY26" fmla="*/ 658452 h 1282700"/>
              <a:gd name="csX27" fmla="*/ 0 w 6227104"/>
              <a:gd name="csY27" fmla="*/ 213788 h 1282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6227104" h="1282700" extrusionOk="0">
                <a:moveTo>
                  <a:pt x="0" y="213788"/>
                </a:moveTo>
                <a:cubicBezTo>
                  <a:pt x="-16050" y="119853"/>
                  <a:pt x="108481" y="-10724"/>
                  <a:pt x="213788" y="0"/>
                </a:cubicBezTo>
                <a:cubicBezTo>
                  <a:pt x="356598" y="-12737"/>
                  <a:pt x="555178" y="14918"/>
                  <a:pt x="684194" y="0"/>
                </a:cubicBezTo>
                <a:cubicBezTo>
                  <a:pt x="813210" y="-14918"/>
                  <a:pt x="1094453" y="-8684"/>
                  <a:pt x="1386581" y="0"/>
                </a:cubicBezTo>
                <a:cubicBezTo>
                  <a:pt x="1678709" y="8684"/>
                  <a:pt x="1695591" y="-14994"/>
                  <a:pt x="1856988" y="0"/>
                </a:cubicBezTo>
                <a:cubicBezTo>
                  <a:pt x="2018385" y="14994"/>
                  <a:pt x="2103318" y="-5509"/>
                  <a:pt x="2327394" y="0"/>
                </a:cubicBezTo>
                <a:cubicBezTo>
                  <a:pt x="2551470" y="5509"/>
                  <a:pt x="2795479" y="3311"/>
                  <a:pt x="2971786" y="0"/>
                </a:cubicBezTo>
                <a:cubicBezTo>
                  <a:pt x="3148093" y="-3311"/>
                  <a:pt x="3446895" y="-14711"/>
                  <a:pt x="3616178" y="0"/>
                </a:cubicBezTo>
                <a:cubicBezTo>
                  <a:pt x="3785461" y="14711"/>
                  <a:pt x="3956747" y="-10834"/>
                  <a:pt x="4086584" y="0"/>
                </a:cubicBezTo>
                <a:cubicBezTo>
                  <a:pt x="4216421" y="10834"/>
                  <a:pt x="4588778" y="6719"/>
                  <a:pt x="4730976" y="0"/>
                </a:cubicBezTo>
                <a:cubicBezTo>
                  <a:pt x="4873174" y="-6719"/>
                  <a:pt x="5115412" y="12723"/>
                  <a:pt x="5259377" y="0"/>
                </a:cubicBezTo>
                <a:cubicBezTo>
                  <a:pt x="5403342" y="-12723"/>
                  <a:pt x="5721831" y="-19954"/>
                  <a:pt x="6013316" y="0"/>
                </a:cubicBezTo>
                <a:cubicBezTo>
                  <a:pt x="6134769" y="-1464"/>
                  <a:pt x="6229810" y="99376"/>
                  <a:pt x="6227104" y="213788"/>
                </a:cubicBezTo>
                <a:cubicBezTo>
                  <a:pt x="6209404" y="301537"/>
                  <a:pt x="6207826" y="477619"/>
                  <a:pt x="6227104" y="649901"/>
                </a:cubicBezTo>
                <a:cubicBezTo>
                  <a:pt x="6246382" y="822183"/>
                  <a:pt x="6232699" y="955210"/>
                  <a:pt x="6227104" y="1068912"/>
                </a:cubicBezTo>
                <a:cubicBezTo>
                  <a:pt x="6234308" y="1208891"/>
                  <a:pt x="6131664" y="1277746"/>
                  <a:pt x="6013316" y="1282700"/>
                </a:cubicBezTo>
                <a:cubicBezTo>
                  <a:pt x="5669586" y="1309281"/>
                  <a:pt x="5612380" y="1286907"/>
                  <a:pt x="5310929" y="1282700"/>
                </a:cubicBezTo>
                <a:cubicBezTo>
                  <a:pt x="5009478" y="1278493"/>
                  <a:pt x="5016331" y="1297755"/>
                  <a:pt x="4782527" y="1282700"/>
                </a:cubicBezTo>
                <a:cubicBezTo>
                  <a:pt x="4548723" y="1267645"/>
                  <a:pt x="4430412" y="1276895"/>
                  <a:pt x="4254126" y="1282700"/>
                </a:cubicBezTo>
                <a:cubicBezTo>
                  <a:pt x="4077840" y="1288505"/>
                  <a:pt x="3787126" y="1293254"/>
                  <a:pt x="3551739" y="1282700"/>
                </a:cubicBezTo>
                <a:cubicBezTo>
                  <a:pt x="3316352" y="1272146"/>
                  <a:pt x="3162673" y="1264469"/>
                  <a:pt x="2849351" y="1282700"/>
                </a:cubicBezTo>
                <a:cubicBezTo>
                  <a:pt x="2536029" y="1300931"/>
                  <a:pt x="2468435" y="1308824"/>
                  <a:pt x="2146964" y="1282700"/>
                </a:cubicBezTo>
                <a:cubicBezTo>
                  <a:pt x="1825493" y="1256576"/>
                  <a:pt x="1817780" y="1260773"/>
                  <a:pt x="1676558" y="1282700"/>
                </a:cubicBezTo>
                <a:cubicBezTo>
                  <a:pt x="1535336" y="1304627"/>
                  <a:pt x="1257428" y="1294124"/>
                  <a:pt x="1148156" y="1282700"/>
                </a:cubicBezTo>
                <a:cubicBezTo>
                  <a:pt x="1038884" y="1271276"/>
                  <a:pt x="454244" y="1260946"/>
                  <a:pt x="213788" y="1282700"/>
                </a:cubicBezTo>
                <a:cubicBezTo>
                  <a:pt x="72701" y="1273898"/>
                  <a:pt x="2336" y="1191563"/>
                  <a:pt x="0" y="1068912"/>
                </a:cubicBezTo>
                <a:cubicBezTo>
                  <a:pt x="-5429" y="969741"/>
                  <a:pt x="2338" y="784686"/>
                  <a:pt x="0" y="658452"/>
                </a:cubicBezTo>
                <a:cubicBezTo>
                  <a:pt x="-2338" y="532218"/>
                  <a:pt x="19778" y="422843"/>
                  <a:pt x="0" y="213788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913910773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1" name="CHART_SKILLS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000" y="7506000"/>
            <a:ext cx="5472000" cy="1990800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49E777E2-F582-21BD-83C0-DD4C00DD6B53}"/>
              </a:ext>
            </a:extLst>
          </p:cNvPr>
          <p:cNvSpPr txBox="1"/>
          <p:nvPr/>
        </p:nvSpPr>
        <p:spPr bwMode="white">
          <a:xfrm>
            <a:off x="756000" y="7128000"/>
            <a:ext cx="182293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o Brush" pitchFamily="2"/>
                <a:ea typeface="+mn-ea"/>
                <a:cs typeface="+mn-cs"/>
              </a:rPr>
              <a:t>Niveau je Skill: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233</Words>
  <Application>Microsoft Office PowerPoint</Application>
  <PresentationFormat>A4-Papier (210 x 297 mm)</PresentationFormat>
  <Paragraphs>24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Courier New</vt:lpstr>
      <vt:lpstr>Leo Brush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Matthias Mentschel</dc:creator>
  <cp:lastModifiedBy>Matthias Mentschel</cp:lastModifiedBy>
  <cp:revision>1</cp:revision>
  <dcterms:created xsi:type="dcterms:W3CDTF">2026-10-24T19:54:50Z</dcterms:created>
  <dcterms:modified xsi:type="dcterms:W3CDTF">2026-10-24T19:56:06Z</dcterms:modified>
</cp:coreProperties>
</file>